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72" r:id="rId3"/>
    <p:sldId id="258" r:id="rId4"/>
    <p:sldId id="278" r:id="rId5"/>
    <p:sldId id="299" r:id="rId6"/>
    <p:sldId id="300" r:id="rId7"/>
    <p:sldId id="301" r:id="rId8"/>
    <p:sldId id="302" r:id="rId9"/>
    <p:sldId id="303" r:id="rId10"/>
    <p:sldId id="298" r:id="rId11"/>
    <p:sldId id="279" r:id="rId12"/>
  </p:sldIdLst>
  <p:sldSz cx="9144000" cy="5143500" type="screen16x9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Montserrat Medium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2AC300-89DC-4BF8-9001-C183EB38520F}">
  <a:tblStyle styleId="{882AC300-89DC-4BF8-9001-C183EB3852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4"/>
    <p:restoredTop sz="94673"/>
  </p:normalViewPr>
  <p:slideViewPr>
    <p:cSldViewPr snapToGrid="0">
      <p:cViewPr varScale="1">
        <p:scale>
          <a:sx n="118" d="100"/>
          <a:sy n="118" d="100"/>
        </p:scale>
        <p:origin x="224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f682941b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1f682941b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11f3b086d1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11f3b086d1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1efcb08b7f_10_1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1efcb08b7f_10_1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FFCD9FFA-E8AE-AAF6-9E48-434BF1446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1efcb08b7f_10_1325:notes">
            <a:extLst>
              <a:ext uri="{FF2B5EF4-FFF2-40B4-BE49-F238E27FC236}">
                <a16:creationId xmlns:a16="http://schemas.microsoft.com/office/drawing/2014/main" id="{6BB7F9E1-DF73-08B5-D442-4BE058EB9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1efcb08b7f_10_1325:notes">
            <a:extLst>
              <a:ext uri="{FF2B5EF4-FFF2-40B4-BE49-F238E27FC236}">
                <a16:creationId xmlns:a16="http://schemas.microsoft.com/office/drawing/2014/main" id="{5F4526A9-4D5E-2EAE-8FB5-87C9A721C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68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8BFB2ADD-DAC2-B548-EC70-2BCBF848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1efcb08b7f_10_1325:notes">
            <a:extLst>
              <a:ext uri="{FF2B5EF4-FFF2-40B4-BE49-F238E27FC236}">
                <a16:creationId xmlns:a16="http://schemas.microsoft.com/office/drawing/2014/main" id="{2CCA5006-C66D-01A8-1C5F-58CB1B810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1efcb08b7f_10_1325:notes">
            <a:extLst>
              <a:ext uri="{FF2B5EF4-FFF2-40B4-BE49-F238E27FC236}">
                <a16:creationId xmlns:a16="http://schemas.microsoft.com/office/drawing/2014/main" id="{5F8EDC38-8677-25FF-A651-8632257EC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7212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F1CA460C-1098-EFB9-0B51-852CF360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1efcb08b7f_10_1325:notes">
            <a:extLst>
              <a:ext uri="{FF2B5EF4-FFF2-40B4-BE49-F238E27FC236}">
                <a16:creationId xmlns:a16="http://schemas.microsoft.com/office/drawing/2014/main" id="{F6822DCF-19FC-A838-76C1-2E804E164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1efcb08b7f_10_1325:notes">
            <a:extLst>
              <a:ext uri="{FF2B5EF4-FFF2-40B4-BE49-F238E27FC236}">
                <a16:creationId xmlns:a16="http://schemas.microsoft.com/office/drawing/2014/main" id="{95F6DFAC-7A9D-C2B8-AE64-8D49C3356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037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B4FB0A5E-5A1B-4C61-4B98-2CED2A441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1efcb08b7f_10_1325:notes">
            <a:extLst>
              <a:ext uri="{FF2B5EF4-FFF2-40B4-BE49-F238E27FC236}">
                <a16:creationId xmlns:a16="http://schemas.microsoft.com/office/drawing/2014/main" id="{EC37E8D8-92DB-0FC2-8BE5-B8005D602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1efcb08b7f_10_1325:notes">
            <a:extLst>
              <a:ext uri="{FF2B5EF4-FFF2-40B4-BE49-F238E27FC236}">
                <a16:creationId xmlns:a16="http://schemas.microsoft.com/office/drawing/2014/main" id="{C089DC43-A081-C7DE-5B76-415DF834A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3494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97029EC8-B1F1-B30E-47B9-990583B0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1efcb08b7f_10_1325:notes">
            <a:extLst>
              <a:ext uri="{FF2B5EF4-FFF2-40B4-BE49-F238E27FC236}">
                <a16:creationId xmlns:a16="http://schemas.microsoft.com/office/drawing/2014/main" id="{7A6964B4-3807-0681-1F67-2364E2ACF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1efcb08b7f_10_1325:notes">
            <a:extLst>
              <a:ext uri="{FF2B5EF4-FFF2-40B4-BE49-F238E27FC236}">
                <a16:creationId xmlns:a16="http://schemas.microsoft.com/office/drawing/2014/main" id="{6840BA92-3CEB-5D3E-6E9C-FDD2DC1E2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190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>
          <a:extLst>
            <a:ext uri="{FF2B5EF4-FFF2-40B4-BE49-F238E27FC236}">
              <a16:creationId xmlns:a16="http://schemas.microsoft.com/office/drawing/2014/main" id="{8B35F733-FEE2-2DFA-2938-733E030C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>
            <a:extLst>
              <a:ext uri="{FF2B5EF4-FFF2-40B4-BE49-F238E27FC236}">
                <a16:creationId xmlns:a16="http://schemas.microsoft.com/office/drawing/2014/main" id="{59BB64B9-50A8-DB2C-88BF-A73072FC8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>
            <a:extLst>
              <a:ext uri="{FF2B5EF4-FFF2-40B4-BE49-F238E27FC236}">
                <a16:creationId xmlns:a16="http://schemas.microsoft.com/office/drawing/2014/main" id="{1894E5EF-EFEE-131C-4650-03BD6B9CC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6036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11efcb08b7f_10_1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11efcb08b7f_10_1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2" name="Google Shape;12;p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20" name="Google Shape;2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40" name="Google Shape;4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60" name="Google Shape;60;p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782850" y="1995825"/>
            <a:ext cx="3904500" cy="259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subTitle" idx="2"/>
          </p:nvPr>
        </p:nvSpPr>
        <p:spPr>
          <a:xfrm>
            <a:off x="1682625" y="1355275"/>
            <a:ext cx="5779200" cy="53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 txBox="1">
            <a:spLocks noGrp="1"/>
          </p:cNvSpPr>
          <p:nvPr>
            <p:ph type="title"/>
          </p:nvPr>
        </p:nvSpPr>
        <p:spPr>
          <a:xfrm>
            <a:off x="782850" y="1941300"/>
            <a:ext cx="5137800" cy="12609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13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5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6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>
            <a:spLocks noGrp="1"/>
          </p:cNvSpPr>
          <p:nvPr>
            <p:ph type="subTitle" idx="8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32" name="Google Shape;432;p13"/>
          <p:cNvSpPr txBox="1">
            <a:spLocks noGrp="1"/>
          </p:cNvSpPr>
          <p:nvPr>
            <p:ph type="subTitle" idx="14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34" name="Google Shape;434;p13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435" name="Google Shape;435;p13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436" name="Google Shape;436;p13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9" name="Google Shape;439;p13"/>
            <p:cNvSpPr/>
            <p:nvPr/>
          </p:nvSpPr>
          <p:spPr>
            <a:xfrm>
              <a:off x="-621306" y="4385709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-2920" y="4363854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-348577" y="4011249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-138934" y="3989307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-372053" y="4223325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-164361" y="4868277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226779" y="4995523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474081" y="4841338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-185887" y="5498214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38925" y="4786012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-589259" y="4875599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-677815" y="5502489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-969899" y="4645526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289933" y="3989306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615706" y="4527246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682255" y="4585290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13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456" name="Google Shape;456;p13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457" name="Google Shape;457;p1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9" name="Google Shape;459;p1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460" name="Google Shape;460;p1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3" name="Google Shape;463;p13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464" name="Google Shape;464;p1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7"/>
          <p:cNvSpPr txBox="1">
            <a:spLocks noGrp="1"/>
          </p:cNvSpPr>
          <p:nvPr>
            <p:ph type="subTitle" idx="1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6" name="Google Shape;546;p17"/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17"/>
          <p:cNvSpPr txBox="1">
            <a:spLocks noGrp="1"/>
          </p:cNvSpPr>
          <p:nvPr>
            <p:ph type="subTitle" idx="3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17"/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17"/>
          <p:cNvSpPr txBox="1">
            <a:spLocks noGrp="1"/>
          </p:cNvSpPr>
          <p:nvPr>
            <p:ph type="subTitle" idx="5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0" name="Google Shape;550;p17"/>
          <p:cNvSpPr txBox="1">
            <a:spLocks noGrp="1"/>
          </p:cNvSpPr>
          <p:nvPr>
            <p:ph type="subTitle" idx="6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1" name="Google Shape;551;p17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552" name="Google Shape;552;p1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53" name="Google Shape;553;p1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9" name="Google Shape;559;p17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560" name="Google Shape;56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7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580" name="Google Shape;58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873" name="Google Shape;873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74" name="Google Shape;874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77" name="Google Shape;877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0" name="Google Shape;880;p2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881" name="Google Shape;881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82" name="Google Shape;882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8" name="Google Shape;888;p2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889" name="Google Shape;889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894" name="Google Shape;894;p2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59" r:id="rId5"/>
    <p:sldLayoutId id="2147483663" r:id="rId6"/>
    <p:sldLayoutId id="2147483669" r:id="rId7"/>
    <p:sldLayoutId id="214748367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8"/>
          <p:cNvSpPr txBox="1">
            <a:spLocks noGrp="1"/>
          </p:cNvSpPr>
          <p:nvPr>
            <p:ph type="ctrTitle"/>
          </p:nvPr>
        </p:nvSpPr>
        <p:spPr>
          <a:xfrm flipH="1">
            <a:off x="391633" y="1491192"/>
            <a:ext cx="7806706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  <a:t>License Plate Recognition</a:t>
            </a:r>
            <a:b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2000" b="0" dirty="0">
                <a:latin typeface="Montserrat Medium"/>
                <a:ea typeface="Montserrat Medium"/>
                <a:cs typeface="Montserrat Medium"/>
                <a:sym typeface="Montserrat Medium"/>
              </a:rPr>
              <a:t>Image processing Final project</a:t>
            </a:r>
            <a:endParaRPr dirty="0"/>
          </a:p>
        </p:txBody>
      </p:sp>
      <p:sp>
        <p:nvSpPr>
          <p:cNvPr id="924" name="Google Shape;924;p28"/>
          <p:cNvSpPr txBox="1">
            <a:spLocks noGrp="1"/>
          </p:cNvSpPr>
          <p:nvPr>
            <p:ph type="subTitle" idx="1"/>
          </p:nvPr>
        </p:nvSpPr>
        <p:spPr>
          <a:xfrm flipH="1">
            <a:off x="2978437" y="2696563"/>
            <a:ext cx="2718336" cy="36535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By Yehia SHORIM</a:t>
            </a:r>
            <a:endParaRPr b="1" dirty="0"/>
          </a:p>
        </p:txBody>
      </p:sp>
      <p:sp>
        <p:nvSpPr>
          <p:cNvPr id="925" name="Google Shape;925;p28"/>
          <p:cNvSpPr/>
          <p:nvPr/>
        </p:nvSpPr>
        <p:spPr>
          <a:xfrm flipH="1">
            <a:off x="-186582" y="5584563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w="56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6" name="Google Shape;926;p28"/>
          <p:cNvGrpSpPr/>
          <p:nvPr/>
        </p:nvGrpSpPr>
        <p:grpSpPr>
          <a:xfrm flipH="1">
            <a:off x="5870297" y="3482200"/>
            <a:ext cx="1929500" cy="2210100"/>
            <a:chOff x="295725" y="-3462825"/>
            <a:chExt cx="1929500" cy="2210100"/>
          </a:xfrm>
        </p:grpSpPr>
        <p:sp>
          <p:nvSpPr>
            <p:cNvPr id="927" name="Google Shape;927;p28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8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8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8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8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8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8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8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8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28"/>
          <p:cNvGrpSpPr/>
          <p:nvPr/>
        </p:nvGrpSpPr>
        <p:grpSpPr>
          <a:xfrm>
            <a:off x="948060" y="3973813"/>
            <a:ext cx="1040638" cy="901375"/>
            <a:chOff x="948060" y="3972813"/>
            <a:chExt cx="1040638" cy="901375"/>
          </a:xfrm>
        </p:grpSpPr>
        <p:grpSp>
          <p:nvGrpSpPr>
            <p:cNvPr id="953" name="Google Shape;953;p2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954" name="Google Shape;954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6" name="Google Shape;956;p2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957" name="Google Shape;957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0" name="Google Shape;960;p28"/>
          <p:cNvGrpSpPr/>
          <p:nvPr/>
        </p:nvGrpSpPr>
        <p:grpSpPr>
          <a:xfrm>
            <a:off x="2153859" y="2493830"/>
            <a:ext cx="4208350" cy="192185"/>
            <a:chOff x="948060" y="2996029"/>
            <a:chExt cx="4208350" cy="192185"/>
          </a:xfrm>
        </p:grpSpPr>
        <p:sp>
          <p:nvSpPr>
            <p:cNvPr id="961" name="Google Shape;961;p28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2" name="Google Shape;962;p28"/>
            <p:cNvCxnSpPr>
              <a:stCxn id="963" idx="6"/>
              <a:endCxn id="964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28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44"/>
          <p:cNvSpPr/>
          <p:nvPr/>
        </p:nvSpPr>
        <p:spPr>
          <a:xfrm>
            <a:off x="3757277" y="483476"/>
            <a:ext cx="6036300" cy="114749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44"/>
          <p:cNvSpPr txBox="1">
            <a:spLocks noGrp="1"/>
          </p:cNvSpPr>
          <p:nvPr>
            <p:ph type="title"/>
          </p:nvPr>
        </p:nvSpPr>
        <p:spPr>
          <a:xfrm>
            <a:off x="3757277" y="727422"/>
            <a:ext cx="5137800" cy="126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</a:t>
            </a:r>
            <a:endParaRPr dirty="0"/>
          </a:p>
        </p:txBody>
      </p:sp>
      <p:grpSp>
        <p:nvGrpSpPr>
          <p:cNvPr id="2" name="Google Shape;960;p28">
            <a:extLst>
              <a:ext uri="{FF2B5EF4-FFF2-40B4-BE49-F238E27FC236}">
                <a16:creationId xmlns:a16="http://schemas.microsoft.com/office/drawing/2014/main" id="{06A8178C-B210-0D20-EE62-5A000AB5BF6C}"/>
              </a:ext>
            </a:extLst>
          </p:cNvPr>
          <p:cNvGrpSpPr/>
          <p:nvPr/>
        </p:nvGrpSpPr>
        <p:grpSpPr>
          <a:xfrm>
            <a:off x="4266474" y="1261779"/>
            <a:ext cx="4628603" cy="192185"/>
            <a:chOff x="948060" y="2996029"/>
            <a:chExt cx="4208350" cy="192185"/>
          </a:xfrm>
        </p:grpSpPr>
        <p:sp>
          <p:nvSpPr>
            <p:cNvPr id="3" name="Google Shape;961;p28">
              <a:extLst>
                <a:ext uri="{FF2B5EF4-FFF2-40B4-BE49-F238E27FC236}">
                  <a16:creationId xmlns:a16="http://schemas.microsoft.com/office/drawing/2014/main" id="{1C081378-0AA3-5B80-26CD-3B9A42346998}"/>
                </a:ext>
              </a:extLst>
            </p:cNvPr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" name="Google Shape;962;p28">
              <a:extLst>
                <a:ext uri="{FF2B5EF4-FFF2-40B4-BE49-F238E27FC236}">
                  <a16:creationId xmlns:a16="http://schemas.microsoft.com/office/drawing/2014/main" id="{02F0C419-560A-D76A-A5BD-1ED819DD8A6D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963;p28">
              <a:extLst>
                <a:ext uri="{FF2B5EF4-FFF2-40B4-BE49-F238E27FC236}">
                  <a16:creationId xmlns:a16="http://schemas.microsoft.com/office/drawing/2014/main" id="{67D56A78-8C83-7BED-580E-0972193CAF77}"/>
                </a:ext>
              </a:extLst>
            </p:cNvPr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64;p28">
              <a:extLst>
                <a:ext uri="{FF2B5EF4-FFF2-40B4-BE49-F238E27FC236}">
                  <a16:creationId xmlns:a16="http://schemas.microsoft.com/office/drawing/2014/main" id="{92E85A89-228F-76AF-0EC1-1BCD40F42E81}"/>
                </a:ext>
              </a:extLst>
            </p:cNvPr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0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LPR Project Pipeline</a:t>
            </a:r>
            <a:endParaRPr dirty="0"/>
          </a:p>
        </p:txBody>
      </p:sp>
      <p:sp>
        <p:nvSpPr>
          <p:cNvPr id="985" name="Google Shape;985;p30"/>
          <p:cNvSpPr txBox="1">
            <a:spLocks noGrp="1"/>
          </p:cNvSpPr>
          <p:nvPr>
            <p:ph type="title" idx="2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86" name="Google Shape;986;p30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IMAGE ENHANCEMENT</a:t>
            </a:r>
            <a:endParaRPr dirty="0"/>
          </a:p>
        </p:txBody>
      </p:sp>
      <p:sp>
        <p:nvSpPr>
          <p:cNvPr id="987" name="Google Shape;987;p30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PREPROCESSING</a:t>
            </a:r>
            <a:endParaRPr dirty="0"/>
          </a:p>
        </p:txBody>
      </p:sp>
      <p:sp>
        <p:nvSpPr>
          <p:cNvPr id="988" name="Google Shape;988;p30"/>
          <p:cNvSpPr txBox="1">
            <a:spLocks noGrp="1"/>
          </p:cNvSpPr>
          <p:nvPr>
            <p:ph type="title" idx="4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989" name="Google Shape;989;p30"/>
          <p:cNvSpPr txBox="1">
            <a:spLocks noGrp="1"/>
          </p:cNvSpPr>
          <p:nvPr>
            <p:ph type="subTitle" idx="5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character recognition</a:t>
            </a:r>
            <a:endParaRPr dirty="0"/>
          </a:p>
        </p:txBody>
      </p:sp>
      <p:sp>
        <p:nvSpPr>
          <p:cNvPr id="990" name="Google Shape;990;p30"/>
          <p:cNvSpPr txBox="1">
            <a:spLocks noGrp="1"/>
          </p:cNvSpPr>
          <p:nvPr>
            <p:ph type="subTitle" idx="6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/>
            <a:r>
              <a:rPr lang="en-EG" dirty="0"/>
              <a:t>Extraction &amp; Matching </a:t>
            </a:r>
            <a:endParaRPr dirty="0"/>
          </a:p>
        </p:txBody>
      </p:sp>
      <p:grpSp>
        <p:nvGrpSpPr>
          <p:cNvPr id="991" name="Google Shape;991;p30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92" name="Google Shape;992;p30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1" name="Google Shape;1011;p30"/>
          <p:cNvSpPr txBox="1">
            <a:spLocks noGrp="1"/>
          </p:cNvSpPr>
          <p:nvPr>
            <p:ph type="title" idx="7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012" name="Google Shape;1012;p30"/>
          <p:cNvSpPr txBox="1">
            <a:spLocks noGrp="1"/>
          </p:cNvSpPr>
          <p:nvPr>
            <p:ph type="subTitle" idx="8"/>
          </p:nvPr>
        </p:nvSpPr>
        <p:spPr>
          <a:xfrm>
            <a:off x="5696607" y="2480675"/>
            <a:ext cx="2413818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INDIVIDUAL CHARACATER SEGMENTATION</a:t>
            </a:r>
            <a:endParaRPr sz="1200" dirty="0"/>
          </a:p>
        </p:txBody>
      </p:sp>
      <p:sp>
        <p:nvSpPr>
          <p:cNvPr id="1013" name="Google Shape;1013;p30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SEGMENATION</a:t>
            </a:r>
            <a:endParaRPr dirty="0"/>
          </a:p>
        </p:txBody>
      </p:sp>
      <p:sp>
        <p:nvSpPr>
          <p:cNvPr id="1014" name="Google Shape;1014;p30"/>
          <p:cNvSpPr txBox="1">
            <a:spLocks noGrp="1"/>
          </p:cNvSpPr>
          <p:nvPr>
            <p:ph type="title" idx="13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15" name="Google Shape;1015;p30"/>
          <p:cNvSpPr txBox="1">
            <a:spLocks noGrp="1"/>
          </p:cNvSpPr>
          <p:nvPr>
            <p:ph type="subTitle" idx="14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Outputs and readings</a:t>
            </a:r>
            <a:endParaRPr dirty="0"/>
          </a:p>
        </p:txBody>
      </p:sp>
      <p:sp>
        <p:nvSpPr>
          <p:cNvPr id="1016" name="Google Shape;1016;p30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/>
            <a:r>
              <a:rPr lang="en-EG" dirty="0"/>
              <a:t>Result Visualization </a:t>
            </a:r>
            <a:endParaRPr dirty="0"/>
          </a:p>
        </p:txBody>
      </p:sp>
      <p:grpSp>
        <p:nvGrpSpPr>
          <p:cNvPr id="1017" name="Google Shape;1017;p30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018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019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20" name="Google Shape;1020;p30"/>
              <p:cNvCxnSpPr>
                <a:stCxn id="1021" idx="6"/>
                <a:endCxn id="10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2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30"/>
          <p:cNvGrpSpPr/>
          <p:nvPr/>
        </p:nvGrpSpPr>
        <p:grpSpPr>
          <a:xfrm>
            <a:off x="1148150" y="2282921"/>
            <a:ext cx="6847800" cy="192185"/>
            <a:chOff x="1148150" y="2347308"/>
            <a:chExt cx="6847800" cy="192185"/>
          </a:xfrm>
        </p:grpSpPr>
        <p:cxnSp>
          <p:nvCxnSpPr>
            <p:cNvPr id="1024" name="Google Shape;1024;p30"/>
            <p:cNvCxnSpPr>
              <a:stCxn id="1025" idx="2"/>
              <a:endCxn id="1026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5" name="Google Shape;1025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 rot="-2700000" flipH="1">
              <a:off x="4062342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8" name="Google Shape;1028;p30"/>
          <p:cNvGrpSpPr/>
          <p:nvPr/>
        </p:nvGrpSpPr>
        <p:grpSpPr>
          <a:xfrm>
            <a:off x="1148150" y="3957025"/>
            <a:ext cx="6847800" cy="192185"/>
            <a:chOff x="1148150" y="2347308"/>
            <a:chExt cx="6847800" cy="192185"/>
          </a:xfrm>
        </p:grpSpPr>
        <p:cxnSp>
          <p:nvCxnSpPr>
            <p:cNvPr id="1029" name="Google Shape;1029;p30"/>
            <p:cNvCxnSpPr>
              <a:stCxn id="1030" idx="2"/>
              <a:endCxn id="1031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0" name="Google Shape;1030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0"/>
          <p:cNvSpPr txBox="1">
            <a:spLocks noGrp="1"/>
          </p:cNvSpPr>
          <p:nvPr>
            <p:ph type="title"/>
          </p:nvPr>
        </p:nvSpPr>
        <p:spPr>
          <a:xfrm>
            <a:off x="-433752" y="556250"/>
            <a:ext cx="6304416" cy="112977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0) Input (</a:t>
            </a:r>
            <a:r>
              <a:rPr lang="en" dirty="0" err="1"/>
              <a:t>DataSet</a:t>
            </a:r>
            <a:r>
              <a:rPr lang="en" dirty="0"/>
              <a:t>)</a:t>
            </a:r>
            <a:endParaRPr dirty="0"/>
          </a:p>
        </p:txBody>
      </p:sp>
      <p:grpSp>
        <p:nvGrpSpPr>
          <p:cNvPr id="1709" name="Google Shape;1709;p50"/>
          <p:cNvGrpSpPr/>
          <p:nvPr/>
        </p:nvGrpSpPr>
        <p:grpSpPr>
          <a:xfrm>
            <a:off x="255314" y="839712"/>
            <a:ext cx="4926284" cy="379124"/>
            <a:chOff x="902597" y="1069304"/>
            <a:chExt cx="5921700" cy="192184"/>
          </a:xfrm>
        </p:grpSpPr>
        <p:grpSp>
          <p:nvGrpSpPr>
            <p:cNvPr id="1710" name="Google Shape;1710;p50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711" name="Google Shape;1711;p50"/>
              <p:cNvSpPr/>
              <p:nvPr/>
            </p:nvSpPr>
            <p:spPr>
              <a:xfrm rot="-2700000" flipH="1">
                <a:off x="5574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12" name="Google Shape;1712;p50"/>
              <p:cNvCxnSpPr>
                <a:stCxn id="1713" idx="6"/>
                <a:endCxn id="1714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14" name="Google Shape;1714;p50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3" name="Google Shape;1713;p50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02D62BF-B8FB-9AD4-0915-336620F94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43" y="265918"/>
            <a:ext cx="3088732" cy="412644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16" name="Google Shape;1716;p50"/>
          <p:cNvSpPr/>
          <p:nvPr/>
        </p:nvSpPr>
        <p:spPr>
          <a:xfrm>
            <a:off x="7370679" y="2900760"/>
            <a:ext cx="2294290" cy="2537888"/>
          </a:xfrm>
          <a:custGeom>
            <a:avLst/>
            <a:gdLst/>
            <a:ahLst/>
            <a:cxnLst/>
            <a:rect l="l" t="t" r="r" b="b"/>
            <a:pathLst>
              <a:path w="188018" h="207981" extrusionOk="0">
                <a:moveTo>
                  <a:pt x="104847" y="37273"/>
                </a:moveTo>
                <a:cubicBezTo>
                  <a:pt x="103681" y="37273"/>
                  <a:pt x="102619" y="38546"/>
                  <a:pt x="103325" y="39856"/>
                </a:cubicBezTo>
                <a:lnTo>
                  <a:pt x="90699" y="52481"/>
                </a:lnTo>
                <a:lnTo>
                  <a:pt x="80155" y="50332"/>
                </a:lnTo>
                <a:lnTo>
                  <a:pt x="68110" y="62377"/>
                </a:lnTo>
                <a:cubicBezTo>
                  <a:pt x="67784" y="62168"/>
                  <a:pt x="67457" y="62078"/>
                  <a:pt x="67148" y="62078"/>
                </a:cubicBezTo>
                <a:cubicBezTo>
                  <a:pt x="65740" y="62078"/>
                  <a:pt x="64719" y="63960"/>
                  <a:pt x="66062" y="65107"/>
                </a:cubicBezTo>
                <a:lnTo>
                  <a:pt x="66028" y="65141"/>
                </a:lnTo>
                <a:cubicBezTo>
                  <a:pt x="66403" y="65580"/>
                  <a:pt x="66862" y="65764"/>
                  <a:pt x="67308" y="65764"/>
                </a:cubicBezTo>
                <a:cubicBezTo>
                  <a:pt x="68527" y="65764"/>
                  <a:pt x="69657" y="64392"/>
                  <a:pt x="68758" y="63094"/>
                </a:cubicBezTo>
                <a:lnTo>
                  <a:pt x="80462" y="51389"/>
                </a:lnTo>
                <a:lnTo>
                  <a:pt x="91006" y="53505"/>
                </a:lnTo>
                <a:lnTo>
                  <a:pt x="103973" y="40538"/>
                </a:lnTo>
                <a:cubicBezTo>
                  <a:pt x="104265" y="40696"/>
                  <a:pt x="104555" y="40765"/>
                  <a:pt x="104830" y="40765"/>
                </a:cubicBezTo>
                <a:cubicBezTo>
                  <a:pt x="106225" y="40765"/>
                  <a:pt x="107223" y="38977"/>
                  <a:pt x="106054" y="37808"/>
                </a:cubicBezTo>
                <a:cubicBezTo>
                  <a:pt x="105688" y="37433"/>
                  <a:pt x="105261" y="37273"/>
                  <a:pt x="104847" y="37273"/>
                </a:cubicBezTo>
                <a:close/>
                <a:moveTo>
                  <a:pt x="90788" y="67921"/>
                </a:moveTo>
                <a:cubicBezTo>
                  <a:pt x="91775" y="67921"/>
                  <a:pt x="92724" y="68648"/>
                  <a:pt x="92815" y="69782"/>
                </a:cubicBezTo>
                <a:cubicBezTo>
                  <a:pt x="92915" y="71032"/>
                  <a:pt x="91897" y="71952"/>
                  <a:pt x="90796" y="71952"/>
                </a:cubicBezTo>
                <a:cubicBezTo>
                  <a:pt x="90394" y="71952"/>
                  <a:pt x="89981" y="71830"/>
                  <a:pt x="89607" y="71556"/>
                </a:cubicBezTo>
                <a:lnTo>
                  <a:pt x="89198" y="71147"/>
                </a:lnTo>
                <a:cubicBezTo>
                  <a:pt x="88583" y="70328"/>
                  <a:pt x="88686" y="69236"/>
                  <a:pt x="89368" y="68519"/>
                </a:cubicBezTo>
                <a:cubicBezTo>
                  <a:pt x="89781" y="68107"/>
                  <a:pt x="90289" y="67921"/>
                  <a:pt x="90788" y="67921"/>
                </a:cubicBezTo>
                <a:close/>
                <a:moveTo>
                  <a:pt x="43920" y="77439"/>
                </a:moveTo>
                <a:cubicBezTo>
                  <a:pt x="45462" y="77439"/>
                  <a:pt x="46787" y="79443"/>
                  <a:pt x="45350" y="80906"/>
                </a:cubicBezTo>
                <a:cubicBezTo>
                  <a:pt x="44945" y="81299"/>
                  <a:pt x="44454" y="81476"/>
                  <a:pt x="43971" y="81476"/>
                </a:cubicBezTo>
                <a:cubicBezTo>
                  <a:pt x="42946" y="81476"/>
                  <a:pt x="41960" y="80679"/>
                  <a:pt x="41937" y="79473"/>
                </a:cubicBezTo>
                <a:cubicBezTo>
                  <a:pt x="41937" y="78961"/>
                  <a:pt x="42142" y="78449"/>
                  <a:pt x="42517" y="78074"/>
                </a:cubicBezTo>
                <a:cubicBezTo>
                  <a:pt x="42957" y="77626"/>
                  <a:pt x="43449" y="77439"/>
                  <a:pt x="43920" y="77439"/>
                </a:cubicBezTo>
                <a:close/>
                <a:moveTo>
                  <a:pt x="151302" y="0"/>
                </a:moveTo>
                <a:lnTo>
                  <a:pt x="90597" y="60500"/>
                </a:lnTo>
                <a:lnTo>
                  <a:pt x="80837" y="58112"/>
                </a:lnTo>
                <a:lnTo>
                  <a:pt x="56951" y="81998"/>
                </a:lnTo>
                <a:lnTo>
                  <a:pt x="46851" y="79677"/>
                </a:lnTo>
                <a:lnTo>
                  <a:pt x="46851" y="79473"/>
                </a:lnTo>
                <a:cubicBezTo>
                  <a:pt x="46851" y="77696"/>
                  <a:pt x="45400" y="76512"/>
                  <a:pt x="43880" y="76512"/>
                </a:cubicBezTo>
                <a:cubicBezTo>
                  <a:pt x="43152" y="76512"/>
                  <a:pt x="42408" y="76784"/>
                  <a:pt x="41801" y="77391"/>
                </a:cubicBezTo>
                <a:cubicBezTo>
                  <a:pt x="39958" y="79268"/>
                  <a:pt x="41255" y="82441"/>
                  <a:pt x="43916" y="82441"/>
                </a:cubicBezTo>
                <a:cubicBezTo>
                  <a:pt x="45111" y="82441"/>
                  <a:pt x="46203" y="81725"/>
                  <a:pt x="46680" y="80599"/>
                </a:cubicBezTo>
                <a:lnTo>
                  <a:pt x="57293" y="83022"/>
                </a:lnTo>
                <a:lnTo>
                  <a:pt x="81145" y="59135"/>
                </a:lnTo>
                <a:lnTo>
                  <a:pt x="90870" y="61558"/>
                </a:lnTo>
                <a:lnTo>
                  <a:pt x="151984" y="682"/>
                </a:lnTo>
                <a:lnTo>
                  <a:pt x="151302" y="0"/>
                </a:lnTo>
                <a:close/>
                <a:moveTo>
                  <a:pt x="123259" y="58211"/>
                </a:moveTo>
                <a:cubicBezTo>
                  <a:pt x="122084" y="58211"/>
                  <a:pt x="121008" y="59490"/>
                  <a:pt x="121717" y="60807"/>
                </a:cubicBezTo>
                <a:lnTo>
                  <a:pt x="101380" y="81179"/>
                </a:lnTo>
                <a:lnTo>
                  <a:pt x="92200" y="84659"/>
                </a:lnTo>
                <a:cubicBezTo>
                  <a:pt x="92132" y="84591"/>
                  <a:pt x="92064" y="84489"/>
                  <a:pt x="91962" y="84386"/>
                </a:cubicBezTo>
                <a:cubicBezTo>
                  <a:pt x="91606" y="84040"/>
                  <a:pt x="91190" y="83891"/>
                  <a:pt x="90784" y="83891"/>
                </a:cubicBezTo>
                <a:cubicBezTo>
                  <a:pt x="89673" y="83891"/>
                  <a:pt x="88647" y="85013"/>
                  <a:pt x="89198" y="86263"/>
                </a:cubicBezTo>
                <a:cubicBezTo>
                  <a:pt x="89496" y="86989"/>
                  <a:pt x="90121" y="87317"/>
                  <a:pt x="90746" y="87317"/>
                </a:cubicBezTo>
                <a:cubicBezTo>
                  <a:pt x="91620" y="87317"/>
                  <a:pt x="92493" y="86675"/>
                  <a:pt x="92473" y="85581"/>
                </a:cubicBezTo>
                <a:lnTo>
                  <a:pt x="101926" y="81998"/>
                </a:lnTo>
                <a:lnTo>
                  <a:pt x="122399" y="61456"/>
                </a:lnTo>
                <a:cubicBezTo>
                  <a:pt x="122691" y="61613"/>
                  <a:pt x="122982" y="61682"/>
                  <a:pt x="123256" y="61682"/>
                </a:cubicBezTo>
                <a:cubicBezTo>
                  <a:pt x="124650" y="61682"/>
                  <a:pt x="125644" y="59895"/>
                  <a:pt x="124447" y="58726"/>
                </a:cubicBezTo>
                <a:cubicBezTo>
                  <a:pt x="124086" y="58365"/>
                  <a:pt x="123667" y="58211"/>
                  <a:pt x="123259" y="58211"/>
                </a:cubicBezTo>
                <a:close/>
                <a:moveTo>
                  <a:pt x="110386" y="91267"/>
                </a:moveTo>
                <a:cubicBezTo>
                  <a:pt x="110877" y="91267"/>
                  <a:pt x="111379" y="91451"/>
                  <a:pt x="111787" y="91859"/>
                </a:cubicBezTo>
                <a:cubicBezTo>
                  <a:pt x="112572" y="92644"/>
                  <a:pt x="112572" y="93907"/>
                  <a:pt x="111787" y="94692"/>
                </a:cubicBezTo>
                <a:cubicBezTo>
                  <a:pt x="111377" y="95101"/>
                  <a:pt x="110874" y="95285"/>
                  <a:pt x="110381" y="95285"/>
                </a:cubicBezTo>
                <a:cubicBezTo>
                  <a:pt x="109355" y="95285"/>
                  <a:pt x="108375" y="94491"/>
                  <a:pt x="108375" y="93293"/>
                </a:cubicBezTo>
                <a:cubicBezTo>
                  <a:pt x="108375" y="92069"/>
                  <a:pt x="109358" y="91267"/>
                  <a:pt x="110386" y="91267"/>
                </a:cubicBezTo>
                <a:close/>
                <a:moveTo>
                  <a:pt x="148026" y="29551"/>
                </a:moveTo>
                <a:lnTo>
                  <a:pt x="131305" y="46305"/>
                </a:lnTo>
                <a:lnTo>
                  <a:pt x="130896" y="58453"/>
                </a:lnTo>
                <a:lnTo>
                  <a:pt x="110047" y="79336"/>
                </a:lnTo>
                <a:lnTo>
                  <a:pt x="110047" y="90324"/>
                </a:lnTo>
                <a:cubicBezTo>
                  <a:pt x="106396" y="90699"/>
                  <a:pt x="106532" y="96057"/>
                  <a:pt x="110183" y="96261"/>
                </a:cubicBezTo>
                <a:cubicBezTo>
                  <a:pt x="110248" y="96266"/>
                  <a:pt x="110313" y="96268"/>
                  <a:pt x="110377" y="96268"/>
                </a:cubicBezTo>
                <a:cubicBezTo>
                  <a:pt x="111832" y="96268"/>
                  <a:pt x="113094" y="95173"/>
                  <a:pt x="113323" y="93702"/>
                </a:cubicBezTo>
                <a:cubicBezTo>
                  <a:pt x="113527" y="92167"/>
                  <a:pt x="112504" y="90733"/>
                  <a:pt x="111002" y="90392"/>
                </a:cubicBezTo>
                <a:lnTo>
                  <a:pt x="111002" y="79712"/>
                </a:lnTo>
                <a:lnTo>
                  <a:pt x="131851" y="58862"/>
                </a:lnTo>
                <a:lnTo>
                  <a:pt x="132227" y="46715"/>
                </a:lnTo>
                <a:lnTo>
                  <a:pt x="148674" y="30233"/>
                </a:lnTo>
                <a:lnTo>
                  <a:pt x="148026" y="29551"/>
                </a:lnTo>
                <a:close/>
                <a:moveTo>
                  <a:pt x="92272" y="97179"/>
                </a:moveTo>
                <a:cubicBezTo>
                  <a:pt x="90686" y="97179"/>
                  <a:pt x="89163" y="98403"/>
                  <a:pt x="89163" y="100254"/>
                </a:cubicBezTo>
                <a:lnTo>
                  <a:pt x="89163" y="100288"/>
                </a:lnTo>
                <a:cubicBezTo>
                  <a:pt x="89163" y="101960"/>
                  <a:pt x="90528" y="103325"/>
                  <a:pt x="92235" y="103325"/>
                </a:cubicBezTo>
                <a:cubicBezTo>
                  <a:pt x="94964" y="103325"/>
                  <a:pt x="96329" y="100015"/>
                  <a:pt x="94418" y="98070"/>
                </a:cubicBezTo>
                <a:cubicBezTo>
                  <a:pt x="93792" y="97455"/>
                  <a:pt x="93025" y="97179"/>
                  <a:pt x="92272" y="97179"/>
                </a:cubicBezTo>
                <a:close/>
                <a:moveTo>
                  <a:pt x="92235" y="94658"/>
                </a:moveTo>
                <a:cubicBezTo>
                  <a:pt x="97217" y="94658"/>
                  <a:pt x="99708" y="100697"/>
                  <a:pt x="96193" y="104212"/>
                </a:cubicBezTo>
                <a:cubicBezTo>
                  <a:pt x="95057" y="105348"/>
                  <a:pt x="93657" y="105856"/>
                  <a:pt x="92283" y="105856"/>
                </a:cubicBezTo>
                <a:cubicBezTo>
                  <a:pt x="89405" y="105856"/>
                  <a:pt x="86638" y="103626"/>
                  <a:pt x="86638" y="100254"/>
                </a:cubicBezTo>
                <a:cubicBezTo>
                  <a:pt x="86638" y="97183"/>
                  <a:pt x="89163" y="94692"/>
                  <a:pt x="92235" y="94692"/>
                </a:cubicBezTo>
                <a:lnTo>
                  <a:pt x="92235" y="94658"/>
                </a:lnTo>
                <a:close/>
                <a:moveTo>
                  <a:pt x="92262" y="93708"/>
                </a:moveTo>
                <a:cubicBezTo>
                  <a:pt x="88908" y="93708"/>
                  <a:pt x="85683" y="96311"/>
                  <a:pt x="85683" y="100254"/>
                </a:cubicBezTo>
                <a:cubicBezTo>
                  <a:pt x="85683" y="103871"/>
                  <a:pt x="88618" y="106805"/>
                  <a:pt x="92235" y="106805"/>
                </a:cubicBezTo>
                <a:cubicBezTo>
                  <a:pt x="98070" y="106805"/>
                  <a:pt x="100970" y="99742"/>
                  <a:pt x="96841" y="95647"/>
                </a:cubicBezTo>
                <a:cubicBezTo>
                  <a:pt x="95513" y="94308"/>
                  <a:pt x="93873" y="93708"/>
                  <a:pt x="92262" y="93708"/>
                </a:cubicBezTo>
                <a:close/>
                <a:moveTo>
                  <a:pt x="69190" y="104191"/>
                </a:moveTo>
                <a:cubicBezTo>
                  <a:pt x="70748" y="104191"/>
                  <a:pt x="72072" y="106195"/>
                  <a:pt x="70635" y="107658"/>
                </a:cubicBezTo>
                <a:cubicBezTo>
                  <a:pt x="70259" y="108034"/>
                  <a:pt x="69747" y="108238"/>
                  <a:pt x="69202" y="108238"/>
                </a:cubicBezTo>
                <a:cubicBezTo>
                  <a:pt x="67427" y="108238"/>
                  <a:pt x="66540" y="106123"/>
                  <a:pt x="67768" y="104826"/>
                </a:cubicBezTo>
                <a:cubicBezTo>
                  <a:pt x="68216" y="104379"/>
                  <a:pt x="68714" y="104191"/>
                  <a:pt x="69190" y="104191"/>
                </a:cubicBezTo>
                <a:close/>
                <a:moveTo>
                  <a:pt x="92235" y="92167"/>
                </a:moveTo>
                <a:cubicBezTo>
                  <a:pt x="99435" y="92167"/>
                  <a:pt x="103052" y="100902"/>
                  <a:pt x="97967" y="105986"/>
                </a:cubicBezTo>
                <a:cubicBezTo>
                  <a:pt x="96309" y="107644"/>
                  <a:pt x="94272" y="108386"/>
                  <a:pt x="92275" y="108386"/>
                </a:cubicBezTo>
                <a:cubicBezTo>
                  <a:pt x="88106" y="108386"/>
                  <a:pt x="84113" y="105156"/>
                  <a:pt x="84113" y="100288"/>
                </a:cubicBezTo>
                <a:cubicBezTo>
                  <a:pt x="84147" y="95805"/>
                  <a:pt x="87731" y="92200"/>
                  <a:pt x="92172" y="92200"/>
                </a:cubicBezTo>
                <a:cubicBezTo>
                  <a:pt x="92193" y="92200"/>
                  <a:pt x="92214" y="92200"/>
                  <a:pt x="92235" y="92201"/>
                </a:cubicBezTo>
                <a:lnTo>
                  <a:pt x="92235" y="92167"/>
                </a:lnTo>
                <a:close/>
                <a:moveTo>
                  <a:pt x="92235" y="91245"/>
                </a:moveTo>
                <a:cubicBezTo>
                  <a:pt x="87253" y="91245"/>
                  <a:pt x="83192" y="95272"/>
                  <a:pt x="83192" y="100288"/>
                </a:cubicBezTo>
                <a:cubicBezTo>
                  <a:pt x="83192" y="105734"/>
                  <a:pt x="87640" y="109339"/>
                  <a:pt x="92283" y="109339"/>
                </a:cubicBezTo>
                <a:cubicBezTo>
                  <a:pt x="94505" y="109339"/>
                  <a:pt x="96771" y="108513"/>
                  <a:pt x="98616" y="106669"/>
                </a:cubicBezTo>
                <a:cubicBezTo>
                  <a:pt x="104314" y="100970"/>
                  <a:pt x="100288" y="91245"/>
                  <a:pt x="92235" y="91245"/>
                </a:cubicBezTo>
                <a:close/>
                <a:moveTo>
                  <a:pt x="187370" y="46169"/>
                </a:moveTo>
                <a:lnTo>
                  <a:pt x="159730" y="73808"/>
                </a:lnTo>
                <a:lnTo>
                  <a:pt x="160276" y="77971"/>
                </a:lnTo>
                <a:lnTo>
                  <a:pt x="153520" y="84728"/>
                </a:lnTo>
                <a:lnTo>
                  <a:pt x="149152" y="84728"/>
                </a:lnTo>
                <a:lnTo>
                  <a:pt x="132022" y="101857"/>
                </a:lnTo>
                <a:lnTo>
                  <a:pt x="127279" y="101857"/>
                </a:lnTo>
                <a:lnTo>
                  <a:pt x="116257" y="112879"/>
                </a:lnTo>
                <a:cubicBezTo>
                  <a:pt x="115954" y="112698"/>
                  <a:pt x="115650" y="112618"/>
                  <a:pt x="115360" y="112618"/>
                </a:cubicBezTo>
                <a:cubicBezTo>
                  <a:pt x="114020" y="112618"/>
                  <a:pt x="113019" y="114328"/>
                  <a:pt x="114142" y="115507"/>
                </a:cubicBezTo>
                <a:cubicBezTo>
                  <a:pt x="114498" y="115891"/>
                  <a:pt x="114926" y="116054"/>
                  <a:pt x="115344" y="116054"/>
                </a:cubicBezTo>
                <a:cubicBezTo>
                  <a:pt x="116486" y="116054"/>
                  <a:pt x="117555" y="114835"/>
                  <a:pt x="116906" y="113562"/>
                </a:cubicBezTo>
                <a:lnTo>
                  <a:pt x="127654" y="102813"/>
                </a:lnTo>
                <a:lnTo>
                  <a:pt x="132431" y="102813"/>
                </a:lnTo>
                <a:lnTo>
                  <a:pt x="149527" y="85683"/>
                </a:lnTo>
                <a:lnTo>
                  <a:pt x="153895" y="85683"/>
                </a:lnTo>
                <a:lnTo>
                  <a:pt x="161300" y="78278"/>
                </a:lnTo>
                <a:lnTo>
                  <a:pt x="160719" y="74150"/>
                </a:lnTo>
                <a:lnTo>
                  <a:pt x="188018" y="46851"/>
                </a:lnTo>
                <a:lnTo>
                  <a:pt x="187370" y="46169"/>
                </a:lnTo>
                <a:close/>
                <a:moveTo>
                  <a:pt x="80872" y="112743"/>
                </a:moveTo>
                <a:lnTo>
                  <a:pt x="80872" y="116189"/>
                </a:lnTo>
                <a:lnTo>
                  <a:pt x="84318" y="116189"/>
                </a:lnTo>
                <a:lnTo>
                  <a:pt x="84318" y="112743"/>
                </a:lnTo>
                <a:close/>
                <a:moveTo>
                  <a:pt x="87048" y="112743"/>
                </a:moveTo>
                <a:lnTo>
                  <a:pt x="87048" y="116189"/>
                </a:lnTo>
                <a:lnTo>
                  <a:pt x="90494" y="116189"/>
                </a:lnTo>
                <a:lnTo>
                  <a:pt x="90494" y="112743"/>
                </a:lnTo>
                <a:close/>
                <a:moveTo>
                  <a:pt x="100553" y="113009"/>
                </a:moveTo>
                <a:cubicBezTo>
                  <a:pt x="101566" y="113009"/>
                  <a:pt x="102574" y="113744"/>
                  <a:pt x="102574" y="115029"/>
                </a:cubicBezTo>
                <a:cubicBezTo>
                  <a:pt x="102574" y="115541"/>
                  <a:pt x="102369" y="116053"/>
                  <a:pt x="101994" y="116462"/>
                </a:cubicBezTo>
                <a:cubicBezTo>
                  <a:pt x="101571" y="116876"/>
                  <a:pt x="101077" y="117054"/>
                  <a:pt x="100596" y="117054"/>
                </a:cubicBezTo>
                <a:cubicBezTo>
                  <a:pt x="99293" y="117054"/>
                  <a:pt x="98095" y="115740"/>
                  <a:pt x="98718" y="114244"/>
                </a:cubicBezTo>
                <a:cubicBezTo>
                  <a:pt x="99077" y="113397"/>
                  <a:pt x="99816" y="113009"/>
                  <a:pt x="100553" y="113009"/>
                </a:cubicBezTo>
                <a:close/>
                <a:moveTo>
                  <a:pt x="156625" y="34771"/>
                </a:moveTo>
                <a:lnTo>
                  <a:pt x="139904" y="51492"/>
                </a:lnTo>
                <a:lnTo>
                  <a:pt x="139495" y="63674"/>
                </a:lnTo>
                <a:lnTo>
                  <a:pt x="118646" y="84557"/>
                </a:lnTo>
                <a:lnTo>
                  <a:pt x="118646" y="95784"/>
                </a:lnTo>
                <a:lnTo>
                  <a:pt x="102028" y="112436"/>
                </a:lnTo>
                <a:cubicBezTo>
                  <a:pt x="101584" y="112197"/>
                  <a:pt x="101072" y="112060"/>
                  <a:pt x="100561" y="112060"/>
                </a:cubicBezTo>
                <a:cubicBezTo>
                  <a:pt x="97319" y="112060"/>
                  <a:pt x="96398" y="116496"/>
                  <a:pt x="99366" y="117793"/>
                </a:cubicBezTo>
                <a:cubicBezTo>
                  <a:pt x="99791" y="117979"/>
                  <a:pt x="100209" y="118062"/>
                  <a:pt x="100607" y="118062"/>
                </a:cubicBezTo>
                <a:cubicBezTo>
                  <a:pt x="102988" y="118062"/>
                  <a:pt x="104645" y="115067"/>
                  <a:pt x="102744" y="113050"/>
                </a:cubicBezTo>
                <a:lnTo>
                  <a:pt x="119601" y="96159"/>
                </a:lnTo>
                <a:lnTo>
                  <a:pt x="119601" y="84967"/>
                </a:lnTo>
                <a:lnTo>
                  <a:pt x="140450" y="64083"/>
                </a:lnTo>
                <a:lnTo>
                  <a:pt x="140826" y="51901"/>
                </a:lnTo>
                <a:lnTo>
                  <a:pt x="157307" y="35420"/>
                </a:lnTo>
                <a:lnTo>
                  <a:pt x="156625" y="34771"/>
                </a:lnTo>
                <a:close/>
                <a:moveTo>
                  <a:pt x="80872" y="118510"/>
                </a:moveTo>
                <a:lnTo>
                  <a:pt x="80872" y="121956"/>
                </a:lnTo>
                <a:lnTo>
                  <a:pt x="84318" y="121956"/>
                </a:lnTo>
                <a:lnTo>
                  <a:pt x="84318" y="118510"/>
                </a:lnTo>
                <a:close/>
                <a:moveTo>
                  <a:pt x="87048" y="118510"/>
                </a:moveTo>
                <a:lnTo>
                  <a:pt x="87048" y="121956"/>
                </a:lnTo>
                <a:lnTo>
                  <a:pt x="90494" y="121956"/>
                </a:lnTo>
                <a:lnTo>
                  <a:pt x="90494" y="118510"/>
                </a:lnTo>
                <a:close/>
                <a:moveTo>
                  <a:pt x="80872" y="124242"/>
                </a:moveTo>
                <a:lnTo>
                  <a:pt x="80872" y="127689"/>
                </a:lnTo>
                <a:lnTo>
                  <a:pt x="84318" y="127689"/>
                </a:lnTo>
                <a:lnTo>
                  <a:pt x="84318" y="124242"/>
                </a:lnTo>
                <a:close/>
                <a:moveTo>
                  <a:pt x="104946" y="128680"/>
                </a:moveTo>
                <a:cubicBezTo>
                  <a:pt x="106242" y="128680"/>
                  <a:pt x="107425" y="129988"/>
                  <a:pt x="106805" y="131476"/>
                </a:cubicBezTo>
                <a:cubicBezTo>
                  <a:pt x="106461" y="132323"/>
                  <a:pt x="105723" y="132711"/>
                  <a:pt x="104985" y="132711"/>
                </a:cubicBezTo>
                <a:cubicBezTo>
                  <a:pt x="103968" y="132711"/>
                  <a:pt x="102949" y="131976"/>
                  <a:pt x="102949" y="130692"/>
                </a:cubicBezTo>
                <a:cubicBezTo>
                  <a:pt x="102949" y="130180"/>
                  <a:pt x="103154" y="129668"/>
                  <a:pt x="103529" y="129292"/>
                </a:cubicBezTo>
                <a:cubicBezTo>
                  <a:pt x="103958" y="128864"/>
                  <a:pt x="104460" y="128680"/>
                  <a:pt x="104946" y="128680"/>
                </a:cubicBezTo>
                <a:close/>
                <a:moveTo>
                  <a:pt x="80872" y="130009"/>
                </a:moveTo>
                <a:lnTo>
                  <a:pt x="80872" y="133455"/>
                </a:lnTo>
                <a:lnTo>
                  <a:pt x="84318" y="133455"/>
                </a:lnTo>
                <a:lnTo>
                  <a:pt x="84318" y="130009"/>
                </a:lnTo>
                <a:close/>
                <a:moveTo>
                  <a:pt x="90838" y="66912"/>
                </a:moveTo>
                <a:cubicBezTo>
                  <a:pt x="88660" y="66912"/>
                  <a:pt x="86731" y="69525"/>
                  <a:pt x="88447" y="71761"/>
                </a:cubicBezTo>
                <a:lnTo>
                  <a:pt x="83192" y="77016"/>
                </a:lnTo>
                <a:lnTo>
                  <a:pt x="75037" y="78278"/>
                </a:lnTo>
                <a:lnTo>
                  <a:pt x="70430" y="82885"/>
                </a:lnTo>
                <a:lnTo>
                  <a:pt x="69713" y="90460"/>
                </a:lnTo>
                <a:lnTo>
                  <a:pt x="18222" y="141952"/>
                </a:lnTo>
                <a:lnTo>
                  <a:pt x="18904" y="142635"/>
                </a:lnTo>
                <a:lnTo>
                  <a:pt x="70601" y="90904"/>
                </a:lnTo>
                <a:lnTo>
                  <a:pt x="71351" y="83329"/>
                </a:lnTo>
                <a:lnTo>
                  <a:pt x="75480" y="79200"/>
                </a:lnTo>
                <a:lnTo>
                  <a:pt x="83601" y="77903"/>
                </a:lnTo>
                <a:lnTo>
                  <a:pt x="89129" y="72409"/>
                </a:lnTo>
                <a:cubicBezTo>
                  <a:pt x="89701" y="72801"/>
                  <a:pt x="90283" y="72970"/>
                  <a:pt x="90834" y="72970"/>
                </a:cubicBezTo>
                <a:cubicBezTo>
                  <a:pt x="93212" y="72970"/>
                  <a:pt x="95010" y="69818"/>
                  <a:pt x="92849" y="67768"/>
                </a:cubicBezTo>
                <a:cubicBezTo>
                  <a:pt x="92223" y="67167"/>
                  <a:pt x="91519" y="66912"/>
                  <a:pt x="90838" y="66912"/>
                </a:cubicBezTo>
                <a:close/>
                <a:moveTo>
                  <a:pt x="102784" y="151861"/>
                </a:moveTo>
                <a:cubicBezTo>
                  <a:pt x="103186" y="151861"/>
                  <a:pt x="103599" y="151984"/>
                  <a:pt x="103973" y="152257"/>
                </a:cubicBezTo>
                <a:lnTo>
                  <a:pt x="104416" y="152701"/>
                </a:lnTo>
                <a:cubicBezTo>
                  <a:pt x="104997" y="153486"/>
                  <a:pt x="104928" y="154578"/>
                  <a:pt x="104212" y="155294"/>
                </a:cubicBezTo>
                <a:cubicBezTo>
                  <a:pt x="103807" y="155711"/>
                  <a:pt x="103296" y="155900"/>
                  <a:pt x="102792" y="155900"/>
                </a:cubicBezTo>
                <a:cubicBezTo>
                  <a:pt x="101810" y="155900"/>
                  <a:pt x="100856" y="155182"/>
                  <a:pt x="100765" y="154032"/>
                </a:cubicBezTo>
                <a:cubicBezTo>
                  <a:pt x="100665" y="152782"/>
                  <a:pt x="101683" y="151861"/>
                  <a:pt x="102784" y="151861"/>
                </a:cubicBezTo>
                <a:close/>
                <a:moveTo>
                  <a:pt x="174710" y="81179"/>
                </a:moveTo>
                <a:lnTo>
                  <a:pt x="122979" y="132910"/>
                </a:lnTo>
                <a:lnTo>
                  <a:pt x="122263" y="140485"/>
                </a:lnTo>
                <a:lnTo>
                  <a:pt x="118100" y="144614"/>
                </a:lnTo>
                <a:lnTo>
                  <a:pt x="109979" y="145910"/>
                </a:lnTo>
                <a:lnTo>
                  <a:pt x="104485" y="151438"/>
                </a:lnTo>
                <a:cubicBezTo>
                  <a:pt x="103903" y="151044"/>
                  <a:pt x="103312" y="150874"/>
                  <a:pt x="102754" y="150874"/>
                </a:cubicBezTo>
                <a:cubicBezTo>
                  <a:pt x="100363" y="150874"/>
                  <a:pt x="98573" y="153998"/>
                  <a:pt x="100731" y="156045"/>
                </a:cubicBezTo>
                <a:cubicBezTo>
                  <a:pt x="101368" y="156650"/>
                  <a:pt x="102082" y="156906"/>
                  <a:pt x="102768" y="156906"/>
                </a:cubicBezTo>
                <a:cubicBezTo>
                  <a:pt x="104949" y="156906"/>
                  <a:pt x="106854" y="154319"/>
                  <a:pt x="105167" y="152087"/>
                </a:cubicBezTo>
                <a:lnTo>
                  <a:pt x="110422" y="146798"/>
                </a:lnTo>
                <a:lnTo>
                  <a:pt x="118578" y="145535"/>
                </a:lnTo>
                <a:lnTo>
                  <a:pt x="123184" y="140928"/>
                </a:lnTo>
                <a:lnTo>
                  <a:pt x="123901" y="133353"/>
                </a:lnTo>
                <a:lnTo>
                  <a:pt x="175392" y="81861"/>
                </a:lnTo>
                <a:lnTo>
                  <a:pt x="174710" y="81179"/>
                </a:lnTo>
                <a:close/>
                <a:moveTo>
                  <a:pt x="67778" y="131234"/>
                </a:moveTo>
                <a:cubicBezTo>
                  <a:pt x="66614" y="131234"/>
                  <a:pt x="65558" y="132506"/>
                  <a:pt x="66267" y="133797"/>
                </a:cubicBezTo>
                <a:lnTo>
                  <a:pt x="59579" y="140485"/>
                </a:lnTo>
                <a:lnTo>
                  <a:pt x="60261" y="145399"/>
                </a:lnTo>
                <a:lnTo>
                  <a:pt x="44838" y="160856"/>
                </a:lnTo>
                <a:lnTo>
                  <a:pt x="45520" y="161505"/>
                </a:lnTo>
                <a:lnTo>
                  <a:pt x="61251" y="145740"/>
                </a:lnTo>
                <a:lnTo>
                  <a:pt x="60603" y="140826"/>
                </a:lnTo>
                <a:lnTo>
                  <a:pt x="66949" y="134445"/>
                </a:lnTo>
                <a:cubicBezTo>
                  <a:pt x="67239" y="134604"/>
                  <a:pt x="67527" y="134674"/>
                  <a:pt x="67799" y="134674"/>
                </a:cubicBezTo>
                <a:cubicBezTo>
                  <a:pt x="69161" y="134674"/>
                  <a:pt x="70129" y="132915"/>
                  <a:pt x="68963" y="131749"/>
                </a:cubicBezTo>
                <a:cubicBezTo>
                  <a:pt x="68601" y="131388"/>
                  <a:pt x="68183" y="131234"/>
                  <a:pt x="67778" y="131234"/>
                </a:cubicBezTo>
                <a:close/>
                <a:moveTo>
                  <a:pt x="69239" y="103243"/>
                </a:moveTo>
                <a:cubicBezTo>
                  <a:pt x="67039" y="103243"/>
                  <a:pt x="65131" y="105882"/>
                  <a:pt x="66881" y="108102"/>
                </a:cubicBezTo>
                <a:lnTo>
                  <a:pt x="39890" y="135025"/>
                </a:lnTo>
                <a:lnTo>
                  <a:pt x="35761" y="134479"/>
                </a:lnTo>
                <a:lnTo>
                  <a:pt x="28390" y="141850"/>
                </a:lnTo>
                <a:lnTo>
                  <a:pt x="28390" y="146218"/>
                </a:lnTo>
                <a:lnTo>
                  <a:pt x="11261" y="163347"/>
                </a:lnTo>
                <a:lnTo>
                  <a:pt x="11261" y="168090"/>
                </a:lnTo>
                <a:lnTo>
                  <a:pt x="0" y="179385"/>
                </a:lnTo>
                <a:lnTo>
                  <a:pt x="682" y="180034"/>
                </a:lnTo>
                <a:lnTo>
                  <a:pt x="12216" y="168500"/>
                </a:lnTo>
                <a:lnTo>
                  <a:pt x="12216" y="163723"/>
                </a:lnTo>
                <a:lnTo>
                  <a:pt x="29346" y="146627"/>
                </a:lnTo>
                <a:lnTo>
                  <a:pt x="29346" y="142259"/>
                </a:lnTo>
                <a:lnTo>
                  <a:pt x="36102" y="135503"/>
                </a:lnTo>
                <a:lnTo>
                  <a:pt x="40231" y="136083"/>
                </a:lnTo>
                <a:lnTo>
                  <a:pt x="67564" y="108750"/>
                </a:lnTo>
                <a:cubicBezTo>
                  <a:pt x="68127" y="109120"/>
                  <a:pt x="68699" y="109280"/>
                  <a:pt x="69240" y="109280"/>
                </a:cubicBezTo>
                <a:cubicBezTo>
                  <a:pt x="71647" y="109280"/>
                  <a:pt x="73450" y="106109"/>
                  <a:pt x="71249" y="104075"/>
                </a:cubicBezTo>
                <a:cubicBezTo>
                  <a:pt x="70616" y="103491"/>
                  <a:pt x="69914" y="103243"/>
                  <a:pt x="69239" y="103243"/>
                </a:cubicBezTo>
                <a:close/>
                <a:moveTo>
                  <a:pt x="105010" y="127671"/>
                </a:moveTo>
                <a:cubicBezTo>
                  <a:pt x="102873" y="127671"/>
                  <a:pt x="100956" y="130149"/>
                  <a:pt x="102540" y="132398"/>
                </a:cubicBezTo>
                <a:lnTo>
                  <a:pt x="95681" y="139256"/>
                </a:lnTo>
                <a:lnTo>
                  <a:pt x="96329" y="144204"/>
                </a:lnTo>
                <a:lnTo>
                  <a:pt x="60432" y="180102"/>
                </a:lnTo>
                <a:lnTo>
                  <a:pt x="61114" y="180784"/>
                </a:lnTo>
                <a:lnTo>
                  <a:pt x="97353" y="144545"/>
                </a:lnTo>
                <a:lnTo>
                  <a:pt x="96671" y="139598"/>
                </a:lnTo>
                <a:lnTo>
                  <a:pt x="103188" y="133080"/>
                </a:lnTo>
                <a:cubicBezTo>
                  <a:pt x="103783" y="133518"/>
                  <a:pt x="104400" y="133706"/>
                  <a:pt x="104986" y="133706"/>
                </a:cubicBezTo>
                <a:cubicBezTo>
                  <a:pt x="107322" y="133706"/>
                  <a:pt x="109158" y="130711"/>
                  <a:pt x="107112" y="128610"/>
                </a:cubicBezTo>
                <a:cubicBezTo>
                  <a:pt x="106469" y="127950"/>
                  <a:pt x="105727" y="127671"/>
                  <a:pt x="105010" y="127671"/>
                </a:cubicBezTo>
                <a:close/>
                <a:moveTo>
                  <a:pt x="86823" y="138123"/>
                </a:moveTo>
                <a:cubicBezTo>
                  <a:pt x="85686" y="138123"/>
                  <a:pt x="84626" y="139327"/>
                  <a:pt x="85273" y="140621"/>
                </a:cubicBezTo>
                <a:lnTo>
                  <a:pt x="74525" y="151370"/>
                </a:lnTo>
                <a:lnTo>
                  <a:pt x="69747" y="151370"/>
                </a:lnTo>
                <a:lnTo>
                  <a:pt x="52652" y="168500"/>
                </a:lnTo>
                <a:lnTo>
                  <a:pt x="48284" y="168500"/>
                </a:lnTo>
                <a:lnTo>
                  <a:pt x="40879" y="175836"/>
                </a:lnTo>
                <a:lnTo>
                  <a:pt x="41459" y="179999"/>
                </a:lnTo>
                <a:lnTo>
                  <a:pt x="14161" y="207298"/>
                </a:lnTo>
                <a:lnTo>
                  <a:pt x="14809" y="207980"/>
                </a:lnTo>
                <a:lnTo>
                  <a:pt x="42483" y="180341"/>
                </a:lnTo>
                <a:lnTo>
                  <a:pt x="41903" y="176178"/>
                </a:lnTo>
                <a:lnTo>
                  <a:pt x="48659" y="169421"/>
                </a:lnTo>
                <a:lnTo>
                  <a:pt x="53027" y="169421"/>
                </a:lnTo>
                <a:lnTo>
                  <a:pt x="70157" y="152326"/>
                </a:lnTo>
                <a:lnTo>
                  <a:pt x="74900" y="152326"/>
                </a:lnTo>
                <a:lnTo>
                  <a:pt x="85922" y="141304"/>
                </a:lnTo>
                <a:cubicBezTo>
                  <a:pt x="86225" y="141485"/>
                  <a:pt x="86529" y="141565"/>
                  <a:pt x="86819" y="141565"/>
                </a:cubicBezTo>
                <a:cubicBezTo>
                  <a:pt x="88159" y="141565"/>
                  <a:pt x="89160" y="139855"/>
                  <a:pt x="88037" y="138676"/>
                </a:cubicBezTo>
                <a:cubicBezTo>
                  <a:pt x="87677" y="138289"/>
                  <a:pt x="87245" y="138123"/>
                  <a:pt x="86823" y="13812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7F22C-34DE-E3BA-0DFC-C36C27C326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51"/>
          <a:stretch>
            <a:fillRect/>
          </a:stretch>
        </p:blipFill>
        <p:spPr bwMode="auto">
          <a:xfrm>
            <a:off x="509319" y="1164075"/>
            <a:ext cx="4545225" cy="3764298"/>
          </a:xfrm>
          <a:prstGeom prst="rect">
            <a:avLst/>
          </a:prstGeom>
          <a:ln w="38100">
            <a:solidFill>
              <a:schemeClr val="bg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A44A04-37AF-ADEA-2DCA-0067D8BE29AB}"/>
              </a:ext>
            </a:extLst>
          </p:cNvPr>
          <p:cNvSpPr/>
          <p:nvPr/>
        </p:nvSpPr>
        <p:spPr>
          <a:xfrm>
            <a:off x="5475890" y="378372"/>
            <a:ext cx="2816772" cy="28378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  <a:lumMod val="0"/>
                </a:schemeClr>
              </a:gs>
              <a:gs pos="100000">
                <a:schemeClr val="tx1">
                  <a:lumMod val="9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0522F9EE-8B16-BEA8-9DD9-E72D33E3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0">
            <a:extLst>
              <a:ext uri="{FF2B5EF4-FFF2-40B4-BE49-F238E27FC236}">
                <a16:creationId xmlns:a16="http://schemas.microsoft.com/office/drawing/2014/main" id="{F9E1330D-D08E-EA10-3027-B56965404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33752" y="556250"/>
            <a:ext cx="6304416" cy="112977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01) Preprocessing</a:t>
            </a:r>
            <a:endParaRPr dirty="0"/>
          </a:p>
        </p:txBody>
      </p:sp>
      <p:grpSp>
        <p:nvGrpSpPr>
          <p:cNvPr id="1709" name="Google Shape;1709;p50">
            <a:extLst>
              <a:ext uri="{FF2B5EF4-FFF2-40B4-BE49-F238E27FC236}">
                <a16:creationId xmlns:a16="http://schemas.microsoft.com/office/drawing/2014/main" id="{4B503149-C96B-16D3-BF01-0AC50A424960}"/>
              </a:ext>
            </a:extLst>
          </p:cNvPr>
          <p:cNvGrpSpPr/>
          <p:nvPr/>
        </p:nvGrpSpPr>
        <p:grpSpPr>
          <a:xfrm>
            <a:off x="255314" y="839712"/>
            <a:ext cx="4926284" cy="379124"/>
            <a:chOff x="902597" y="1069304"/>
            <a:chExt cx="5921700" cy="192184"/>
          </a:xfrm>
        </p:grpSpPr>
        <p:grpSp>
          <p:nvGrpSpPr>
            <p:cNvPr id="1710" name="Google Shape;1710;p50">
              <a:extLst>
                <a:ext uri="{FF2B5EF4-FFF2-40B4-BE49-F238E27FC236}">
                  <a16:creationId xmlns:a16="http://schemas.microsoft.com/office/drawing/2014/main" id="{09DE4A7F-272D-CB9E-1C51-6BA36F3BE638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711" name="Google Shape;1711;p50">
                <a:extLst>
                  <a:ext uri="{FF2B5EF4-FFF2-40B4-BE49-F238E27FC236}">
                    <a16:creationId xmlns:a16="http://schemas.microsoft.com/office/drawing/2014/main" id="{EF6E2A8F-605D-6BDF-00F7-F58E7D41C3D3}"/>
                  </a:ext>
                </a:extLst>
              </p:cNvPr>
              <p:cNvSpPr/>
              <p:nvPr/>
            </p:nvSpPr>
            <p:spPr>
              <a:xfrm rot="-2700000" flipH="1">
                <a:off x="5574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12" name="Google Shape;1712;p50">
                <a:extLst>
                  <a:ext uri="{FF2B5EF4-FFF2-40B4-BE49-F238E27FC236}">
                    <a16:creationId xmlns:a16="http://schemas.microsoft.com/office/drawing/2014/main" id="{3A79B456-6B9B-531C-4907-99B66CD6F536}"/>
                  </a:ext>
                </a:extLst>
              </p:cNvPr>
              <p:cNvCxnSpPr>
                <a:stCxn id="1713" idx="6"/>
                <a:endCxn id="1714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14" name="Google Shape;1714;p50">
                <a:extLst>
                  <a:ext uri="{FF2B5EF4-FFF2-40B4-BE49-F238E27FC236}">
                    <a16:creationId xmlns:a16="http://schemas.microsoft.com/office/drawing/2014/main" id="{87888918-64BD-EE3D-A68F-E191EC10F16D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3" name="Google Shape;1713;p50">
              <a:extLst>
                <a:ext uri="{FF2B5EF4-FFF2-40B4-BE49-F238E27FC236}">
                  <a16:creationId xmlns:a16="http://schemas.microsoft.com/office/drawing/2014/main" id="{3AE32EDF-7744-971C-A19C-70D60A08A4B4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5" name="Google Shape;1715;p50">
            <a:extLst>
              <a:ext uri="{FF2B5EF4-FFF2-40B4-BE49-F238E27FC236}">
                <a16:creationId xmlns:a16="http://schemas.microsoft.com/office/drawing/2014/main" id="{E79FB897-9E8F-1506-33E9-127646063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2732" y="1216581"/>
            <a:ext cx="4878865" cy="259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100" b="1" dirty="0"/>
          </a:p>
          <a:p>
            <a:pPr lvl="0"/>
            <a:r>
              <a:rPr lang="en-EG" sz="1000" b="1" dirty="0"/>
              <a:t>Templates Processing and enhancement :</a:t>
            </a:r>
          </a:p>
          <a:p>
            <a:pPr marL="139700" lvl="0" indent="0">
              <a:buNone/>
            </a:pPr>
            <a:endParaRPr lang="en-EG" sz="1000" dirty="0"/>
          </a:p>
          <a:p>
            <a:pPr lvl="1"/>
            <a:r>
              <a:rPr lang="en-EG" sz="1000" dirty="0"/>
              <a:t>Convert to grayscale and denoise using Gaussian blur.</a:t>
            </a:r>
          </a:p>
          <a:p>
            <a:pPr lvl="1"/>
            <a:r>
              <a:rPr lang="en-EG" sz="1000" dirty="0"/>
              <a:t>Apply </a:t>
            </a:r>
            <a:r>
              <a:rPr lang="en-EG" sz="1000" b="1" dirty="0"/>
              <a:t>adaptive thresholding + Otsu's method</a:t>
            </a:r>
            <a:r>
              <a:rPr lang="en-EG" sz="1000" dirty="0"/>
              <a:t> for binarization.</a:t>
            </a:r>
          </a:p>
          <a:p>
            <a:pPr lvl="1"/>
            <a:r>
              <a:rPr lang="en-EG" sz="1000" dirty="0"/>
              <a:t>Morphological operations (opening + closing) to remove noise and small gaps.</a:t>
            </a:r>
          </a:p>
          <a:p>
            <a:pPr lvl="1"/>
            <a:r>
              <a:rPr lang="en-EG" sz="1000" dirty="0"/>
              <a:t>Crop tightly to character bounding boxes and resize to </a:t>
            </a:r>
            <a:r>
              <a:rPr lang="en-EG" sz="1000" b="1" dirty="0"/>
              <a:t>32x32</a:t>
            </a:r>
            <a:r>
              <a:rPr lang="en-EG" sz="1000" dirty="0"/>
              <a:t> with padding.</a:t>
            </a:r>
          </a:p>
          <a:p>
            <a:pPr lvl="1"/>
            <a:r>
              <a:rPr lang="en-EG" sz="1000" dirty="0"/>
              <a:t>Apply </a:t>
            </a:r>
            <a:r>
              <a:rPr lang="en-EG" sz="1000" b="1" dirty="0"/>
              <a:t>dilation</a:t>
            </a:r>
            <a:r>
              <a:rPr lang="en-EG" sz="1000" dirty="0"/>
              <a:t> to normalize stroke width for all templates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AB288-A3F6-9752-E5C9-47447A59A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43" y="265918"/>
            <a:ext cx="3088732" cy="412644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16" name="Google Shape;1716;p50">
            <a:extLst>
              <a:ext uri="{FF2B5EF4-FFF2-40B4-BE49-F238E27FC236}">
                <a16:creationId xmlns:a16="http://schemas.microsoft.com/office/drawing/2014/main" id="{FB76E0E4-6DF9-DBB3-D62B-3908BD0170EB}"/>
              </a:ext>
            </a:extLst>
          </p:cNvPr>
          <p:cNvSpPr/>
          <p:nvPr/>
        </p:nvSpPr>
        <p:spPr>
          <a:xfrm>
            <a:off x="7370679" y="2900760"/>
            <a:ext cx="2294290" cy="2537888"/>
          </a:xfrm>
          <a:custGeom>
            <a:avLst/>
            <a:gdLst/>
            <a:ahLst/>
            <a:cxnLst/>
            <a:rect l="l" t="t" r="r" b="b"/>
            <a:pathLst>
              <a:path w="188018" h="207981" extrusionOk="0">
                <a:moveTo>
                  <a:pt x="104847" y="37273"/>
                </a:moveTo>
                <a:cubicBezTo>
                  <a:pt x="103681" y="37273"/>
                  <a:pt x="102619" y="38546"/>
                  <a:pt x="103325" y="39856"/>
                </a:cubicBezTo>
                <a:lnTo>
                  <a:pt x="90699" y="52481"/>
                </a:lnTo>
                <a:lnTo>
                  <a:pt x="80155" y="50332"/>
                </a:lnTo>
                <a:lnTo>
                  <a:pt x="68110" y="62377"/>
                </a:lnTo>
                <a:cubicBezTo>
                  <a:pt x="67784" y="62168"/>
                  <a:pt x="67457" y="62078"/>
                  <a:pt x="67148" y="62078"/>
                </a:cubicBezTo>
                <a:cubicBezTo>
                  <a:pt x="65740" y="62078"/>
                  <a:pt x="64719" y="63960"/>
                  <a:pt x="66062" y="65107"/>
                </a:cubicBezTo>
                <a:lnTo>
                  <a:pt x="66028" y="65141"/>
                </a:lnTo>
                <a:cubicBezTo>
                  <a:pt x="66403" y="65580"/>
                  <a:pt x="66862" y="65764"/>
                  <a:pt x="67308" y="65764"/>
                </a:cubicBezTo>
                <a:cubicBezTo>
                  <a:pt x="68527" y="65764"/>
                  <a:pt x="69657" y="64392"/>
                  <a:pt x="68758" y="63094"/>
                </a:cubicBezTo>
                <a:lnTo>
                  <a:pt x="80462" y="51389"/>
                </a:lnTo>
                <a:lnTo>
                  <a:pt x="91006" y="53505"/>
                </a:lnTo>
                <a:lnTo>
                  <a:pt x="103973" y="40538"/>
                </a:lnTo>
                <a:cubicBezTo>
                  <a:pt x="104265" y="40696"/>
                  <a:pt x="104555" y="40765"/>
                  <a:pt x="104830" y="40765"/>
                </a:cubicBezTo>
                <a:cubicBezTo>
                  <a:pt x="106225" y="40765"/>
                  <a:pt x="107223" y="38977"/>
                  <a:pt x="106054" y="37808"/>
                </a:cubicBezTo>
                <a:cubicBezTo>
                  <a:pt x="105688" y="37433"/>
                  <a:pt x="105261" y="37273"/>
                  <a:pt x="104847" y="37273"/>
                </a:cubicBezTo>
                <a:close/>
                <a:moveTo>
                  <a:pt x="90788" y="67921"/>
                </a:moveTo>
                <a:cubicBezTo>
                  <a:pt x="91775" y="67921"/>
                  <a:pt x="92724" y="68648"/>
                  <a:pt x="92815" y="69782"/>
                </a:cubicBezTo>
                <a:cubicBezTo>
                  <a:pt x="92915" y="71032"/>
                  <a:pt x="91897" y="71952"/>
                  <a:pt x="90796" y="71952"/>
                </a:cubicBezTo>
                <a:cubicBezTo>
                  <a:pt x="90394" y="71952"/>
                  <a:pt x="89981" y="71830"/>
                  <a:pt x="89607" y="71556"/>
                </a:cubicBezTo>
                <a:lnTo>
                  <a:pt x="89198" y="71147"/>
                </a:lnTo>
                <a:cubicBezTo>
                  <a:pt x="88583" y="70328"/>
                  <a:pt x="88686" y="69236"/>
                  <a:pt x="89368" y="68519"/>
                </a:cubicBezTo>
                <a:cubicBezTo>
                  <a:pt x="89781" y="68107"/>
                  <a:pt x="90289" y="67921"/>
                  <a:pt x="90788" y="67921"/>
                </a:cubicBezTo>
                <a:close/>
                <a:moveTo>
                  <a:pt x="43920" y="77439"/>
                </a:moveTo>
                <a:cubicBezTo>
                  <a:pt x="45462" y="77439"/>
                  <a:pt x="46787" y="79443"/>
                  <a:pt x="45350" y="80906"/>
                </a:cubicBezTo>
                <a:cubicBezTo>
                  <a:pt x="44945" y="81299"/>
                  <a:pt x="44454" y="81476"/>
                  <a:pt x="43971" y="81476"/>
                </a:cubicBezTo>
                <a:cubicBezTo>
                  <a:pt x="42946" y="81476"/>
                  <a:pt x="41960" y="80679"/>
                  <a:pt x="41937" y="79473"/>
                </a:cubicBezTo>
                <a:cubicBezTo>
                  <a:pt x="41937" y="78961"/>
                  <a:pt x="42142" y="78449"/>
                  <a:pt x="42517" y="78074"/>
                </a:cubicBezTo>
                <a:cubicBezTo>
                  <a:pt x="42957" y="77626"/>
                  <a:pt x="43449" y="77439"/>
                  <a:pt x="43920" y="77439"/>
                </a:cubicBezTo>
                <a:close/>
                <a:moveTo>
                  <a:pt x="151302" y="0"/>
                </a:moveTo>
                <a:lnTo>
                  <a:pt x="90597" y="60500"/>
                </a:lnTo>
                <a:lnTo>
                  <a:pt x="80837" y="58112"/>
                </a:lnTo>
                <a:lnTo>
                  <a:pt x="56951" y="81998"/>
                </a:lnTo>
                <a:lnTo>
                  <a:pt x="46851" y="79677"/>
                </a:lnTo>
                <a:lnTo>
                  <a:pt x="46851" y="79473"/>
                </a:lnTo>
                <a:cubicBezTo>
                  <a:pt x="46851" y="77696"/>
                  <a:pt x="45400" y="76512"/>
                  <a:pt x="43880" y="76512"/>
                </a:cubicBezTo>
                <a:cubicBezTo>
                  <a:pt x="43152" y="76512"/>
                  <a:pt x="42408" y="76784"/>
                  <a:pt x="41801" y="77391"/>
                </a:cubicBezTo>
                <a:cubicBezTo>
                  <a:pt x="39958" y="79268"/>
                  <a:pt x="41255" y="82441"/>
                  <a:pt x="43916" y="82441"/>
                </a:cubicBezTo>
                <a:cubicBezTo>
                  <a:pt x="45111" y="82441"/>
                  <a:pt x="46203" y="81725"/>
                  <a:pt x="46680" y="80599"/>
                </a:cubicBezTo>
                <a:lnTo>
                  <a:pt x="57293" y="83022"/>
                </a:lnTo>
                <a:lnTo>
                  <a:pt x="81145" y="59135"/>
                </a:lnTo>
                <a:lnTo>
                  <a:pt x="90870" y="61558"/>
                </a:lnTo>
                <a:lnTo>
                  <a:pt x="151984" y="682"/>
                </a:lnTo>
                <a:lnTo>
                  <a:pt x="151302" y="0"/>
                </a:lnTo>
                <a:close/>
                <a:moveTo>
                  <a:pt x="123259" y="58211"/>
                </a:moveTo>
                <a:cubicBezTo>
                  <a:pt x="122084" y="58211"/>
                  <a:pt x="121008" y="59490"/>
                  <a:pt x="121717" y="60807"/>
                </a:cubicBezTo>
                <a:lnTo>
                  <a:pt x="101380" y="81179"/>
                </a:lnTo>
                <a:lnTo>
                  <a:pt x="92200" y="84659"/>
                </a:lnTo>
                <a:cubicBezTo>
                  <a:pt x="92132" y="84591"/>
                  <a:pt x="92064" y="84489"/>
                  <a:pt x="91962" y="84386"/>
                </a:cubicBezTo>
                <a:cubicBezTo>
                  <a:pt x="91606" y="84040"/>
                  <a:pt x="91190" y="83891"/>
                  <a:pt x="90784" y="83891"/>
                </a:cubicBezTo>
                <a:cubicBezTo>
                  <a:pt x="89673" y="83891"/>
                  <a:pt x="88647" y="85013"/>
                  <a:pt x="89198" y="86263"/>
                </a:cubicBezTo>
                <a:cubicBezTo>
                  <a:pt x="89496" y="86989"/>
                  <a:pt x="90121" y="87317"/>
                  <a:pt x="90746" y="87317"/>
                </a:cubicBezTo>
                <a:cubicBezTo>
                  <a:pt x="91620" y="87317"/>
                  <a:pt x="92493" y="86675"/>
                  <a:pt x="92473" y="85581"/>
                </a:cubicBezTo>
                <a:lnTo>
                  <a:pt x="101926" y="81998"/>
                </a:lnTo>
                <a:lnTo>
                  <a:pt x="122399" y="61456"/>
                </a:lnTo>
                <a:cubicBezTo>
                  <a:pt x="122691" y="61613"/>
                  <a:pt x="122982" y="61682"/>
                  <a:pt x="123256" y="61682"/>
                </a:cubicBezTo>
                <a:cubicBezTo>
                  <a:pt x="124650" y="61682"/>
                  <a:pt x="125644" y="59895"/>
                  <a:pt x="124447" y="58726"/>
                </a:cubicBezTo>
                <a:cubicBezTo>
                  <a:pt x="124086" y="58365"/>
                  <a:pt x="123667" y="58211"/>
                  <a:pt x="123259" y="58211"/>
                </a:cubicBezTo>
                <a:close/>
                <a:moveTo>
                  <a:pt x="110386" y="91267"/>
                </a:moveTo>
                <a:cubicBezTo>
                  <a:pt x="110877" y="91267"/>
                  <a:pt x="111379" y="91451"/>
                  <a:pt x="111787" y="91859"/>
                </a:cubicBezTo>
                <a:cubicBezTo>
                  <a:pt x="112572" y="92644"/>
                  <a:pt x="112572" y="93907"/>
                  <a:pt x="111787" y="94692"/>
                </a:cubicBezTo>
                <a:cubicBezTo>
                  <a:pt x="111377" y="95101"/>
                  <a:pt x="110874" y="95285"/>
                  <a:pt x="110381" y="95285"/>
                </a:cubicBezTo>
                <a:cubicBezTo>
                  <a:pt x="109355" y="95285"/>
                  <a:pt x="108375" y="94491"/>
                  <a:pt x="108375" y="93293"/>
                </a:cubicBezTo>
                <a:cubicBezTo>
                  <a:pt x="108375" y="92069"/>
                  <a:pt x="109358" y="91267"/>
                  <a:pt x="110386" y="91267"/>
                </a:cubicBezTo>
                <a:close/>
                <a:moveTo>
                  <a:pt x="148026" y="29551"/>
                </a:moveTo>
                <a:lnTo>
                  <a:pt x="131305" y="46305"/>
                </a:lnTo>
                <a:lnTo>
                  <a:pt x="130896" y="58453"/>
                </a:lnTo>
                <a:lnTo>
                  <a:pt x="110047" y="79336"/>
                </a:lnTo>
                <a:lnTo>
                  <a:pt x="110047" y="90324"/>
                </a:lnTo>
                <a:cubicBezTo>
                  <a:pt x="106396" y="90699"/>
                  <a:pt x="106532" y="96057"/>
                  <a:pt x="110183" y="96261"/>
                </a:cubicBezTo>
                <a:cubicBezTo>
                  <a:pt x="110248" y="96266"/>
                  <a:pt x="110313" y="96268"/>
                  <a:pt x="110377" y="96268"/>
                </a:cubicBezTo>
                <a:cubicBezTo>
                  <a:pt x="111832" y="96268"/>
                  <a:pt x="113094" y="95173"/>
                  <a:pt x="113323" y="93702"/>
                </a:cubicBezTo>
                <a:cubicBezTo>
                  <a:pt x="113527" y="92167"/>
                  <a:pt x="112504" y="90733"/>
                  <a:pt x="111002" y="90392"/>
                </a:cubicBezTo>
                <a:lnTo>
                  <a:pt x="111002" y="79712"/>
                </a:lnTo>
                <a:lnTo>
                  <a:pt x="131851" y="58862"/>
                </a:lnTo>
                <a:lnTo>
                  <a:pt x="132227" y="46715"/>
                </a:lnTo>
                <a:lnTo>
                  <a:pt x="148674" y="30233"/>
                </a:lnTo>
                <a:lnTo>
                  <a:pt x="148026" y="29551"/>
                </a:lnTo>
                <a:close/>
                <a:moveTo>
                  <a:pt x="92272" y="97179"/>
                </a:moveTo>
                <a:cubicBezTo>
                  <a:pt x="90686" y="97179"/>
                  <a:pt x="89163" y="98403"/>
                  <a:pt x="89163" y="100254"/>
                </a:cubicBezTo>
                <a:lnTo>
                  <a:pt x="89163" y="100288"/>
                </a:lnTo>
                <a:cubicBezTo>
                  <a:pt x="89163" y="101960"/>
                  <a:pt x="90528" y="103325"/>
                  <a:pt x="92235" y="103325"/>
                </a:cubicBezTo>
                <a:cubicBezTo>
                  <a:pt x="94964" y="103325"/>
                  <a:pt x="96329" y="100015"/>
                  <a:pt x="94418" y="98070"/>
                </a:cubicBezTo>
                <a:cubicBezTo>
                  <a:pt x="93792" y="97455"/>
                  <a:pt x="93025" y="97179"/>
                  <a:pt x="92272" y="97179"/>
                </a:cubicBezTo>
                <a:close/>
                <a:moveTo>
                  <a:pt x="92235" y="94658"/>
                </a:moveTo>
                <a:cubicBezTo>
                  <a:pt x="97217" y="94658"/>
                  <a:pt x="99708" y="100697"/>
                  <a:pt x="96193" y="104212"/>
                </a:cubicBezTo>
                <a:cubicBezTo>
                  <a:pt x="95057" y="105348"/>
                  <a:pt x="93657" y="105856"/>
                  <a:pt x="92283" y="105856"/>
                </a:cubicBezTo>
                <a:cubicBezTo>
                  <a:pt x="89405" y="105856"/>
                  <a:pt x="86638" y="103626"/>
                  <a:pt x="86638" y="100254"/>
                </a:cubicBezTo>
                <a:cubicBezTo>
                  <a:pt x="86638" y="97183"/>
                  <a:pt x="89163" y="94692"/>
                  <a:pt x="92235" y="94692"/>
                </a:cubicBezTo>
                <a:lnTo>
                  <a:pt x="92235" y="94658"/>
                </a:lnTo>
                <a:close/>
                <a:moveTo>
                  <a:pt x="92262" y="93708"/>
                </a:moveTo>
                <a:cubicBezTo>
                  <a:pt x="88908" y="93708"/>
                  <a:pt x="85683" y="96311"/>
                  <a:pt x="85683" y="100254"/>
                </a:cubicBezTo>
                <a:cubicBezTo>
                  <a:pt x="85683" y="103871"/>
                  <a:pt x="88618" y="106805"/>
                  <a:pt x="92235" y="106805"/>
                </a:cubicBezTo>
                <a:cubicBezTo>
                  <a:pt x="98070" y="106805"/>
                  <a:pt x="100970" y="99742"/>
                  <a:pt x="96841" y="95647"/>
                </a:cubicBezTo>
                <a:cubicBezTo>
                  <a:pt x="95513" y="94308"/>
                  <a:pt x="93873" y="93708"/>
                  <a:pt x="92262" y="93708"/>
                </a:cubicBezTo>
                <a:close/>
                <a:moveTo>
                  <a:pt x="69190" y="104191"/>
                </a:moveTo>
                <a:cubicBezTo>
                  <a:pt x="70748" y="104191"/>
                  <a:pt x="72072" y="106195"/>
                  <a:pt x="70635" y="107658"/>
                </a:cubicBezTo>
                <a:cubicBezTo>
                  <a:pt x="70259" y="108034"/>
                  <a:pt x="69747" y="108238"/>
                  <a:pt x="69202" y="108238"/>
                </a:cubicBezTo>
                <a:cubicBezTo>
                  <a:pt x="67427" y="108238"/>
                  <a:pt x="66540" y="106123"/>
                  <a:pt x="67768" y="104826"/>
                </a:cubicBezTo>
                <a:cubicBezTo>
                  <a:pt x="68216" y="104379"/>
                  <a:pt x="68714" y="104191"/>
                  <a:pt x="69190" y="104191"/>
                </a:cubicBezTo>
                <a:close/>
                <a:moveTo>
                  <a:pt x="92235" y="92167"/>
                </a:moveTo>
                <a:cubicBezTo>
                  <a:pt x="99435" y="92167"/>
                  <a:pt x="103052" y="100902"/>
                  <a:pt x="97967" y="105986"/>
                </a:cubicBezTo>
                <a:cubicBezTo>
                  <a:pt x="96309" y="107644"/>
                  <a:pt x="94272" y="108386"/>
                  <a:pt x="92275" y="108386"/>
                </a:cubicBezTo>
                <a:cubicBezTo>
                  <a:pt x="88106" y="108386"/>
                  <a:pt x="84113" y="105156"/>
                  <a:pt x="84113" y="100288"/>
                </a:cubicBezTo>
                <a:cubicBezTo>
                  <a:pt x="84147" y="95805"/>
                  <a:pt x="87731" y="92200"/>
                  <a:pt x="92172" y="92200"/>
                </a:cubicBezTo>
                <a:cubicBezTo>
                  <a:pt x="92193" y="92200"/>
                  <a:pt x="92214" y="92200"/>
                  <a:pt x="92235" y="92201"/>
                </a:cubicBezTo>
                <a:lnTo>
                  <a:pt x="92235" y="92167"/>
                </a:lnTo>
                <a:close/>
                <a:moveTo>
                  <a:pt x="92235" y="91245"/>
                </a:moveTo>
                <a:cubicBezTo>
                  <a:pt x="87253" y="91245"/>
                  <a:pt x="83192" y="95272"/>
                  <a:pt x="83192" y="100288"/>
                </a:cubicBezTo>
                <a:cubicBezTo>
                  <a:pt x="83192" y="105734"/>
                  <a:pt x="87640" y="109339"/>
                  <a:pt x="92283" y="109339"/>
                </a:cubicBezTo>
                <a:cubicBezTo>
                  <a:pt x="94505" y="109339"/>
                  <a:pt x="96771" y="108513"/>
                  <a:pt x="98616" y="106669"/>
                </a:cubicBezTo>
                <a:cubicBezTo>
                  <a:pt x="104314" y="100970"/>
                  <a:pt x="100288" y="91245"/>
                  <a:pt x="92235" y="91245"/>
                </a:cubicBezTo>
                <a:close/>
                <a:moveTo>
                  <a:pt x="187370" y="46169"/>
                </a:moveTo>
                <a:lnTo>
                  <a:pt x="159730" y="73808"/>
                </a:lnTo>
                <a:lnTo>
                  <a:pt x="160276" y="77971"/>
                </a:lnTo>
                <a:lnTo>
                  <a:pt x="153520" y="84728"/>
                </a:lnTo>
                <a:lnTo>
                  <a:pt x="149152" y="84728"/>
                </a:lnTo>
                <a:lnTo>
                  <a:pt x="132022" y="101857"/>
                </a:lnTo>
                <a:lnTo>
                  <a:pt x="127279" y="101857"/>
                </a:lnTo>
                <a:lnTo>
                  <a:pt x="116257" y="112879"/>
                </a:lnTo>
                <a:cubicBezTo>
                  <a:pt x="115954" y="112698"/>
                  <a:pt x="115650" y="112618"/>
                  <a:pt x="115360" y="112618"/>
                </a:cubicBezTo>
                <a:cubicBezTo>
                  <a:pt x="114020" y="112618"/>
                  <a:pt x="113019" y="114328"/>
                  <a:pt x="114142" y="115507"/>
                </a:cubicBezTo>
                <a:cubicBezTo>
                  <a:pt x="114498" y="115891"/>
                  <a:pt x="114926" y="116054"/>
                  <a:pt x="115344" y="116054"/>
                </a:cubicBezTo>
                <a:cubicBezTo>
                  <a:pt x="116486" y="116054"/>
                  <a:pt x="117555" y="114835"/>
                  <a:pt x="116906" y="113562"/>
                </a:cubicBezTo>
                <a:lnTo>
                  <a:pt x="127654" y="102813"/>
                </a:lnTo>
                <a:lnTo>
                  <a:pt x="132431" y="102813"/>
                </a:lnTo>
                <a:lnTo>
                  <a:pt x="149527" y="85683"/>
                </a:lnTo>
                <a:lnTo>
                  <a:pt x="153895" y="85683"/>
                </a:lnTo>
                <a:lnTo>
                  <a:pt x="161300" y="78278"/>
                </a:lnTo>
                <a:lnTo>
                  <a:pt x="160719" y="74150"/>
                </a:lnTo>
                <a:lnTo>
                  <a:pt x="188018" y="46851"/>
                </a:lnTo>
                <a:lnTo>
                  <a:pt x="187370" y="46169"/>
                </a:lnTo>
                <a:close/>
                <a:moveTo>
                  <a:pt x="80872" y="112743"/>
                </a:moveTo>
                <a:lnTo>
                  <a:pt x="80872" y="116189"/>
                </a:lnTo>
                <a:lnTo>
                  <a:pt x="84318" y="116189"/>
                </a:lnTo>
                <a:lnTo>
                  <a:pt x="84318" y="112743"/>
                </a:lnTo>
                <a:close/>
                <a:moveTo>
                  <a:pt x="87048" y="112743"/>
                </a:moveTo>
                <a:lnTo>
                  <a:pt x="87048" y="116189"/>
                </a:lnTo>
                <a:lnTo>
                  <a:pt x="90494" y="116189"/>
                </a:lnTo>
                <a:lnTo>
                  <a:pt x="90494" y="112743"/>
                </a:lnTo>
                <a:close/>
                <a:moveTo>
                  <a:pt x="100553" y="113009"/>
                </a:moveTo>
                <a:cubicBezTo>
                  <a:pt x="101566" y="113009"/>
                  <a:pt x="102574" y="113744"/>
                  <a:pt x="102574" y="115029"/>
                </a:cubicBezTo>
                <a:cubicBezTo>
                  <a:pt x="102574" y="115541"/>
                  <a:pt x="102369" y="116053"/>
                  <a:pt x="101994" y="116462"/>
                </a:cubicBezTo>
                <a:cubicBezTo>
                  <a:pt x="101571" y="116876"/>
                  <a:pt x="101077" y="117054"/>
                  <a:pt x="100596" y="117054"/>
                </a:cubicBezTo>
                <a:cubicBezTo>
                  <a:pt x="99293" y="117054"/>
                  <a:pt x="98095" y="115740"/>
                  <a:pt x="98718" y="114244"/>
                </a:cubicBezTo>
                <a:cubicBezTo>
                  <a:pt x="99077" y="113397"/>
                  <a:pt x="99816" y="113009"/>
                  <a:pt x="100553" y="113009"/>
                </a:cubicBezTo>
                <a:close/>
                <a:moveTo>
                  <a:pt x="156625" y="34771"/>
                </a:moveTo>
                <a:lnTo>
                  <a:pt x="139904" y="51492"/>
                </a:lnTo>
                <a:lnTo>
                  <a:pt x="139495" y="63674"/>
                </a:lnTo>
                <a:lnTo>
                  <a:pt x="118646" y="84557"/>
                </a:lnTo>
                <a:lnTo>
                  <a:pt x="118646" y="95784"/>
                </a:lnTo>
                <a:lnTo>
                  <a:pt x="102028" y="112436"/>
                </a:lnTo>
                <a:cubicBezTo>
                  <a:pt x="101584" y="112197"/>
                  <a:pt x="101072" y="112060"/>
                  <a:pt x="100561" y="112060"/>
                </a:cubicBezTo>
                <a:cubicBezTo>
                  <a:pt x="97319" y="112060"/>
                  <a:pt x="96398" y="116496"/>
                  <a:pt x="99366" y="117793"/>
                </a:cubicBezTo>
                <a:cubicBezTo>
                  <a:pt x="99791" y="117979"/>
                  <a:pt x="100209" y="118062"/>
                  <a:pt x="100607" y="118062"/>
                </a:cubicBezTo>
                <a:cubicBezTo>
                  <a:pt x="102988" y="118062"/>
                  <a:pt x="104645" y="115067"/>
                  <a:pt x="102744" y="113050"/>
                </a:cubicBezTo>
                <a:lnTo>
                  <a:pt x="119601" y="96159"/>
                </a:lnTo>
                <a:lnTo>
                  <a:pt x="119601" y="84967"/>
                </a:lnTo>
                <a:lnTo>
                  <a:pt x="140450" y="64083"/>
                </a:lnTo>
                <a:lnTo>
                  <a:pt x="140826" y="51901"/>
                </a:lnTo>
                <a:lnTo>
                  <a:pt x="157307" y="35420"/>
                </a:lnTo>
                <a:lnTo>
                  <a:pt x="156625" y="34771"/>
                </a:lnTo>
                <a:close/>
                <a:moveTo>
                  <a:pt x="80872" y="118510"/>
                </a:moveTo>
                <a:lnTo>
                  <a:pt x="80872" y="121956"/>
                </a:lnTo>
                <a:lnTo>
                  <a:pt x="84318" y="121956"/>
                </a:lnTo>
                <a:lnTo>
                  <a:pt x="84318" y="118510"/>
                </a:lnTo>
                <a:close/>
                <a:moveTo>
                  <a:pt x="87048" y="118510"/>
                </a:moveTo>
                <a:lnTo>
                  <a:pt x="87048" y="121956"/>
                </a:lnTo>
                <a:lnTo>
                  <a:pt x="90494" y="121956"/>
                </a:lnTo>
                <a:lnTo>
                  <a:pt x="90494" y="118510"/>
                </a:lnTo>
                <a:close/>
                <a:moveTo>
                  <a:pt x="80872" y="124242"/>
                </a:moveTo>
                <a:lnTo>
                  <a:pt x="80872" y="127689"/>
                </a:lnTo>
                <a:lnTo>
                  <a:pt x="84318" y="127689"/>
                </a:lnTo>
                <a:lnTo>
                  <a:pt x="84318" y="124242"/>
                </a:lnTo>
                <a:close/>
                <a:moveTo>
                  <a:pt x="104946" y="128680"/>
                </a:moveTo>
                <a:cubicBezTo>
                  <a:pt x="106242" y="128680"/>
                  <a:pt x="107425" y="129988"/>
                  <a:pt x="106805" y="131476"/>
                </a:cubicBezTo>
                <a:cubicBezTo>
                  <a:pt x="106461" y="132323"/>
                  <a:pt x="105723" y="132711"/>
                  <a:pt x="104985" y="132711"/>
                </a:cubicBezTo>
                <a:cubicBezTo>
                  <a:pt x="103968" y="132711"/>
                  <a:pt x="102949" y="131976"/>
                  <a:pt x="102949" y="130692"/>
                </a:cubicBezTo>
                <a:cubicBezTo>
                  <a:pt x="102949" y="130180"/>
                  <a:pt x="103154" y="129668"/>
                  <a:pt x="103529" y="129292"/>
                </a:cubicBezTo>
                <a:cubicBezTo>
                  <a:pt x="103958" y="128864"/>
                  <a:pt x="104460" y="128680"/>
                  <a:pt x="104946" y="128680"/>
                </a:cubicBezTo>
                <a:close/>
                <a:moveTo>
                  <a:pt x="80872" y="130009"/>
                </a:moveTo>
                <a:lnTo>
                  <a:pt x="80872" y="133455"/>
                </a:lnTo>
                <a:lnTo>
                  <a:pt x="84318" y="133455"/>
                </a:lnTo>
                <a:lnTo>
                  <a:pt x="84318" y="130009"/>
                </a:lnTo>
                <a:close/>
                <a:moveTo>
                  <a:pt x="90838" y="66912"/>
                </a:moveTo>
                <a:cubicBezTo>
                  <a:pt x="88660" y="66912"/>
                  <a:pt x="86731" y="69525"/>
                  <a:pt x="88447" y="71761"/>
                </a:cubicBezTo>
                <a:lnTo>
                  <a:pt x="83192" y="77016"/>
                </a:lnTo>
                <a:lnTo>
                  <a:pt x="75037" y="78278"/>
                </a:lnTo>
                <a:lnTo>
                  <a:pt x="70430" y="82885"/>
                </a:lnTo>
                <a:lnTo>
                  <a:pt x="69713" y="90460"/>
                </a:lnTo>
                <a:lnTo>
                  <a:pt x="18222" y="141952"/>
                </a:lnTo>
                <a:lnTo>
                  <a:pt x="18904" y="142635"/>
                </a:lnTo>
                <a:lnTo>
                  <a:pt x="70601" y="90904"/>
                </a:lnTo>
                <a:lnTo>
                  <a:pt x="71351" y="83329"/>
                </a:lnTo>
                <a:lnTo>
                  <a:pt x="75480" y="79200"/>
                </a:lnTo>
                <a:lnTo>
                  <a:pt x="83601" y="77903"/>
                </a:lnTo>
                <a:lnTo>
                  <a:pt x="89129" y="72409"/>
                </a:lnTo>
                <a:cubicBezTo>
                  <a:pt x="89701" y="72801"/>
                  <a:pt x="90283" y="72970"/>
                  <a:pt x="90834" y="72970"/>
                </a:cubicBezTo>
                <a:cubicBezTo>
                  <a:pt x="93212" y="72970"/>
                  <a:pt x="95010" y="69818"/>
                  <a:pt x="92849" y="67768"/>
                </a:cubicBezTo>
                <a:cubicBezTo>
                  <a:pt x="92223" y="67167"/>
                  <a:pt x="91519" y="66912"/>
                  <a:pt x="90838" y="66912"/>
                </a:cubicBezTo>
                <a:close/>
                <a:moveTo>
                  <a:pt x="102784" y="151861"/>
                </a:moveTo>
                <a:cubicBezTo>
                  <a:pt x="103186" y="151861"/>
                  <a:pt x="103599" y="151984"/>
                  <a:pt x="103973" y="152257"/>
                </a:cubicBezTo>
                <a:lnTo>
                  <a:pt x="104416" y="152701"/>
                </a:lnTo>
                <a:cubicBezTo>
                  <a:pt x="104997" y="153486"/>
                  <a:pt x="104928" y="154578"/>
                  <a:pt x="104212" y="155294"/>
                </a:cubicBezTo>
                <a:cubicBezTo>
                  <a:pt x="103807" y="155711"/>
                  <a:pt x="103296" y="155900"/>
                  <a:pt x="102792" y="155900"/>
                </a:cubicBezTo>
                <a:cubicBezTo>
                  <a:pt x="101810" y="155900"/>
                  <a:pt x="100856" y="155182"/>
                  <a:pt x="100765" y="154032"/>
                </a:cubicBezTo>
                <a:cubicBezTo>
                  <a:pt x="100665" y="152782"/>
                  <a:pt x="101683" y="151861"/>
                  <a:pt x="102784" y="151861"/>
                </a:cubicBezTo>
                <a:close/>
                <a:moveTo>
                  <a:pt x="174710" y="81179"/>
                </a:moveTo>
                <a:lnTo>
                  <a:pt x="122979" y="132910"/>
                </a:lnTo>
                <a:lnTo>
                  <a:pt x="122263" y="140485"/>
                </a:lnTo>
                <a:lnTo>
                  <a:pt x="118100" y="144614"/>
                </a:lnTo>
                <a:lnTo>
                  <a:pt x="109979" y="145910"/>
                </a:lnTo>
                <a:lnTo>
                  <a:pt x="104485" y="151438"/>
                </a:lnTo>
                <a:cubicBezTo>
                  <a:pt x="103903" y="151044"/>
                  <a:pt x="103312" y="150874"/>
                  <a:pt x="102754" y="150874"/>
                </a:cubicBezTo>
                <a:cubicBezTo>
                  <a:pt x="100363" y="150874"/>
                  <a:pt x="98573" y="153998"/>
                  <a:pt x="100731" y="156045"/>
                </a:cubicBezTo>
                <a:cubicBezTo>
                  <a:pt x="101368" y="156650"/>
                  <a:pt x="102082" y="156906"/>
                  <a:pt x="102768" y="156906"/>
                </a:cubicBezTo>
                <a:cubicBezTo>
                  <a:pt x="104949" y="156906"/>
                  <a:pt x="106854" y="154319"/>
                  <a:pt x="105167" y="152087"/>
                </a:cubicBezTo>
                <a:lnTo>
                  <a:pt x="110422" y="146798"/>
                </a:lnTo>
                <a:lnTo>
                  <a:pt x="118578" y="145535"/>
                </a:lnTo>
                <a:lnTo>
                  <a:pt x="123184" y="140928"/>
                </a:lnTo>
                <a:lnTo>
                  <a:pt x="123901" y="133353"/>
                </a:lnTo>
                <a:lnTo>
                  <a:pt x="175392" y="81861"/>
                </a:lnTo>
                <a:lnTo>
                  <a:pt x="174710" y="81179"/>
                </a:lnTo>
                <a:close/>
                <a:moveTo>
                  <a:pt x="67778" y="131234"/>
                </a:moveTo>
                <a:cubicBezTo>
                  <a:pt x="66614" y="131234"/>
                  <a:pt x="65558" y="132506"/>
                  <a:pt x="66267" y="133797"/>
                </a:cubicBezTo>
                <a:lnTo>
                  <a:pt x="59579" y="140485"/>
                </a:lnTo>
                <a:lnTo>
                  <a:pt x="60261" y="145399"/>
                </a:lnTo>
                <a:lnTo>
                  <a:pt x="44838" y="160856"/>
                </a:lnTo>
                <a:lnTo>
                  <a:pt x="45520" y="161505"/>
                </a:lnTo>
                <a:lnTo>
                  <a:pt x="61251" y="145740"/>
                </a:lnTo>
                <a:lnTo>
                  <a:pt x="60603" y="140826"/>
                </a:lnTo>
                <a:lnTo>
                  <a:pt x="66949" y="134445"/>
                </a:lnTo>
                <a:cubicBezTo>
                  <a:pt x="67239" y="134604"/>
                  <a:pt x="67527" y="134674"/>
                  <a:pt x="67799" y="134674"/>
                </a:cubicBezTo>
                <a:cubicBezTo>
                  <a:pt x="69161" y="134674"/>
                  <a:pt x="70129" y="132915"/>
                  <a:pt x="68963" y="131749"/>
                </a:cubicBezTo>
                <a:cubicBezTo>
                  <a:pt x="68601" y="131388"/>
                  <a:pt x="68183" y="131234"/>
                  <a:pt x="67778" y="131234"/>
                </a:cubicBezTo>
                <a:close/>
                <a:moveTo>
                  <a:pt x="69239" y="103243"/>
                </a:moveTo>
                <a:cubicBezTo>
                  <a:pt x="67039" y="103243"/>
                  <a:pt x="65131" y="105882"/>
                  <a:pt x="66881" y="108102"/>
                </a:cubicBezTo>
                <a:lnTo>
                  <a:pt x="39890" y="135025"/>
                </a:lnTo>
                <a:lnTo>
                  <a:pt x="35761" y="134479"/>
                </a:lnTo>
                <a:lnTo>
                  <a:pt x="28390" y="141850"/>
                </a:lnTo>
                <a:lnTo>
                  <a:pt x="28390" y="146218"/>
                </a:lnTo>
                <a:lnTo>
                  <a:pt x="11261" y="163347"/>
                </a:lnTo>
                <a:lnTo>
                  <a:pt x="11261" y="168090"/>
                </a:lnTo>
                <a:lnTo>
                  <a:pt x="0" y="179385"/>
                </a:lnTo>
                <a:lnTo>
                  <a:pt x="682" y="180034"/>
                </a:lnTo>
                <a:lnTo>
                  <a:pt x="12216" y="168500"/>
                </a:lnTo>
                <a:lnTo>
                  <a:pt x="12216" y="163723"/>
                </a:lnTo>
                <a:lnTo>
                  <a:pt x="29346" y="146627"/>
                </a:lnTo>
                <a:lnTo>
                  <a:pt x="29346" y="142259"/>
                </a:lnTo>
                <a:lnTo>
                  <a:pt x="36102" y="135503"/>
                </a:lnTo>
                <a:lnTo>
                  <a:pt x="40231" y="136083"/>
                </a:lnTo>
                <a:lnTo>
                  <a:pt x="67564" y="108750"/>
                </a:lnTo>
                <a:cubicBezTo>
                  <a:pt x="68127" y="109120"/>
                  <a:pt x="68699" y="109280"/>
                  <a:pt x="69240" y="109280"/>
                </a:cubicBezTo>
                <a:cubicBezTo>
                  <a:pt x="71647" y="109280"/>
                  <a:pt x="73450" y="106109"/>
                  <a:pt x="71249" y="104075"/>
                </a:cubicBezTo>
                <a:cubicBezTo>
                  <a:pt x="70616" y="103491"/>
                  <a:pt x="69914" y="103243"/>
                  <a:pt x="69239" y="103243"/>
                </a:cubicBezTo>
                <a:close/>
                <a:moveTo>
                  <a:pt x="105010" y="127671"/>
                </a:moveTo>
                <a:cubicBezTo>
                  <a:pt x="102873" y="127671"/>
                  <a:pt x="100956" y="130149"/>
                  <a:pt x="102540" y="132398"/>
                </a:cubicBezTo>
                <a:lnTo>
                  <a:pt x="95681" y="139256"/>
                </a:lnTo>
                <a:lnTo>
                  <a:pt x="96329" y="144204"/>
                </a:lnTo>
                <a:lnTo>
                  <a:pt x="60432" y="180102"/>
                </a:lnTo>
                <a:lnTo>
                  <a:pt x="61114" y="180784"/>
                </a:lnTo>
                <a:lnTo>
                  <a:pt x="97353" y="144545"/>
                </a:lnTo>
                <a:lnTo>
                  <a:pt x="96671" y="139598"/>
                </a:lnTo>
                <a:lnTo>
                  <a:pt x="103188" y="133080"/>
                </a:lnTo>
                <a:cubicBezTo>
                  <a:pt x="103783" y="133518"/>
                  <a:pt x="104400" y="133706"/>
                  <a:pt x="104986" y="133706"/>
                </a:cubicBezTo>
                <a:cubicBezTo>
                  <a:pt x="107322" y="133706"/>
                  <a:pt x="109158" y="130711"/>
                  <a:pt x="107112" y="128610"/>
                </a:cubicBezTo>
                <a:cubicBezTo>
                  <a:pt x="106469" y="127950"/>
                  <a:pt x="105727" y="127671"/>
                  <a:pt x="105010" y="127671"/>
                </a:cubicBezTo>
                <a:close/>
                <a:moveTo>
                  <a:pt x="86823" y="138123"/>
                </a:moveTo>
                <a:cubicBezTo>
                  <a:pt x="85686" y="138123"/>
                  <a:pt x="84626" y="139327"/>
                  <a:pt x="85273" y="140621"/>
                </a:cubicBezTo>
                <a:lnTo>
                  <a:pt x="74525" y="151370"/>
                </a:lnTo>
                <a:lnTo>
                  <a:pt x="69747" y="151370"/>
                </a:lnTo>
                <a:lnTo>
                  <a:pt x="52652" y="168500"/>
                </a:lnTo>
                <a:lnTo>
                  <a:pt x="48284" y="168500"/>
                </a:lnTo>
                <a:lnTo>
                  <a:pt x="40879" y="175836"/>
                </a:lnTo>
                <a:lnTo>
                  <a:pt x="41459" y="179999"/>
                </a:lnTo>
                <a:lnTo>
                  <a:pt x="14161" y="207298"/>
                </a:lnTo>
                <a:lnTo>
                  <a:pt x="14809" y="207980"/>
                </a:lnTo>
                <a:lnTo>
                  <a:pt x="42483" y="180341"/>
                </a:lnTo>
                <a:lnTo>
                  <a:pt x="41903" y="176178"/>
                </a:lnTo>
                <a:lnTo>
                  <a:pt x="48659" y="169421"/>
                </a:lnTo>
                <a:lnTo>
                  <a:pt x="53027" y="169421"/>
                </a:lnTo>
                <a:lnTo>
                  <a:pt x="70157" y="152326"/>
                </a:lnTo>
                <a:lnTo>
                  <a:pt x="74900" y="152326"/>
                </a:lnTo>
                <a:lnTo>
                  <a:pt x="85922" y="141304"/>
                </a:lnTo>
                <a:cubicBezTo>
                  <a:pt x="86225" y="141485"/>
                  <a:pt x="86529" y="141565"/>
                  <a:pt x="86819" y="141565"/>
                </a:cubicBezTo>
                <a:cubicBezTo>
                  <a:pt x="88159" y="141565"/>
                  <a:pt x="89160" y="139855"/>
                  <a:pt x="88037" y="138676"/>
                </a:cubicBezTo>
                <a:cubicBezTo>
                  <a:pt x="87677" y="138289"/>
                  <a:pt x="87245" y="138123"/>
                  <a:pt x="86823" y="13812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08A24-5E30-D3D5-41E5-F1805629D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62" y="3312487"/>
            <a:ext cx="4958536" cy="99098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6AF1F3-2031-8196-736D-497DEA69F944}"/>
              </a:ext>
            </a:extLst>
          </p:cNvPr>
          <p:cNvSpPr/>
          <p:nvPr/>
        </p:nvSpPr>
        <p:spPr>
          <a:xfrm>
            <a:off x="5487423" y="956738"/>
            <a:ext cx="2816772" cy="38858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  <a:lumMod val="0"/>
                </a:schemeClr>
              </a:gs>
              <a:gs pos="100000">
                <a:schemeClr val="tx1">
                  <a:lumMod val="9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006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36BB7CC8-17C4-98C9-338D-089AABE9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0">
            <a:extLst>
              <a:ext uri="{FF2B5EF4-FFF2-40B4-BE49-F238E27FC236}">
                <a16:creationId xmlns:a16="http://schemas.microsoft.com/office/drawing/2014/main" id="{9BDD02C9-A068-DA9E-B4F0-51C6BF535A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33752" y="556250"/>
            <a:ext cx="6304416" cy="112977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01) Preprocessing</a:t>
            </a:r>
            <a:endParaRPr dirty="0"/>
          </a:p>
        </p:txBody>
      </p:sp>
      <p:grpSp>
        <p:nvGrpSpPr>
          <p:cNvPr id="1709" name="Google Shape;1709;p50">
            <a:extLst>
              <a:ext uri="{FF2B5EF4-FFF2-40B4-BE49-F238E27FC236}">
                <a16:creationId xmlns:a16="http://schemas.microsoft.com/office/drawing/2014/main" id="{4E79C4CE-7A45-DD87-1F42-0C41A8516FD2}"/>
              </a:ext>
            </a:extLst>
          </p:cNvPr>
          <p:cNvGrpSpPr/>
          <p:nvPr/>
        </p:nvGrpSpPr>
        <p:grpSpPr>
          <a:xfrm>
            <a:off x="255314" y="839712"/>
            <a:ext cx="4926284" cy="379124"/>
            <a:chOff x="902597" y="1069304"/>
            <a:chExt cx="5921700" cy="192184"/>
          </a:xfrm>
        </p:grpSpPr>
        <p:grpSp>
          <p:nvGrpSpPr>
            <p:cNvPr id="1710" name="Google Shape;1710;p50">
              <a:extLst>
                <a:ext uri="{FF2B5EF4-FFF2-40B4-BE49-F238E27FC236}">
                  <a16:creationId xmlns:a16="http://schemas.microsoft.com/office/drawing/2014/main" id="{9725401C-A4A0-3E66-520B-3C536E750814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711" name="Google Shape;1711;p50">
                <a:extLst>
                  <a:ext uri="{FF2B5EF4-FFF2-40B4-BE49-F238E27FC236}">
                    <a16:creationId xmlns:a16="http://schemas.microsoft.com/office/drawing/2014/main" id="{F55D02C7-0D64-C236-36B7-CC86520666C5}"/>
                  </a:ext>
                </a:extLst>
              </p:cNvPr>
              <p:cNvSpPr/>
              <p:nvPr/>
            </p:nvSpPr>
            <p:spPr>
              <a:xfrm rot="-2700000" flipH="1">
                <a:off x="5574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12" name="Google Shape;1712;p50">
                <a:extLst>
                  <a:ext uri="{FF2B5EF4-FFF2-40B4-BE49-F238E27FC236}">
                    <a16:creationId xmlns:a16="http://schemas.microsoft.com/office/drawing/2014/main" id="{A31EFBDF-DFF5-E6EF-DFC5-2089463C58C2}"/>
                  </a:ext>
                </a:extLst>
              </p:cNvPr>
              <p:cNvCxnSpPr>
                <a:stCxn id="1713" idx="6"/>
                <a:endCxn id="1714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14" name="Google Shape;1714;p50">
                <a:extLst>
                  <a:ext uri="{FF2B5EF4-FFF2-40B4-BE49-F238E27FC236}">
                    <a16:creationId xmlns:a16="http://schemas.microsoft.com/office/drawing/2014/main" id="{4519966A-A706-B083-CB0D-86909318138B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3" name="Google Shape;1713;p50">
              <a:extLst>
                <a:ext uri="{FF2B5EF4-FFF2-40B4-BE49-F238E27FC236}">
                  <a16:creationId xmlns:a16="http://schemas.microsoft.com/office/drawing/2014/main" id="{EEB00B79-7005-DCF7-D137-06E1AD46ADB4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5" name="Google Shape;1715;p50">
            <a:extLst>
              <a:ext uri="{FF2B5EF4-FFF2-40B4-BE49-F238E27FC236}">
                <a16:creationId xmlns:a16="http://schemas.microsoft.com/office/drawing/2014/main" id="{534B4B1F-E5ED-5452-8225-7614B6554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216581"/>
            <a:ext cx="5181598" cy="259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n-EG" sz="1400" b="1" dirty="0"/>
              <a:t>Test Plates Processing and enhancement:</a:t>
            </a:r>
            <a:endParaRPr lang="en-EG" sz="1400" dirty="0"/>
          </a:p>
          <a:p>
            <a:pPr lvl="1"/>
            <a:r>
              <a:rPr lang="en-EG" sz="1400" dirty="0"/>
              <a:t>Convert to grayscale and enhance contrast using </a:t>
            </a:r>
            <a:r>
              <a:rPr lang="en-EG" sz="1400" b="1" dirty="0"/>
              <a:t>CLAHE</a:t>
            </a:r>
            <a:r>
              <a:rPr lang="en-EG" sz="1400" dirty="0"/>
              <a:t>.</a:t>
            </a:r>
          </a:p>
          <a:p>
            <a:pPr lvl="1"/>
            <a:r>
              <a:rPr lang="en-EG" sz="1400" dirty="0"/>
              <a:t>Apply sharpness correction if image is detected as </a:t>
            </a:r>
            <a:r>
              <a:rPr lang="en-EG" sz="1400" b="1" dirty="0"/>
              <a:t>blurry</a:t>
            </a:r>
            <a:r>
              <a:rPr lang="en-EG" sz="1400" dirty="0"/>
              <a:t> (</a:t>
            </a:r>
            <a:r>
              <a:rPr lang="en-EG" sz="1050" dirty="0"/>
              <a:t>is_blurry</a:t>
            </a:r>
            <a:r>
              <a:rPr lang="en-EG" sz="1400" dirty="0"/>
              <a:t> function).</a:t>
            </a:r>
          </a:p>
          <a:p>
            <a:pPr lvl="1"/>
            <a:r>
              <a:rPr lang="en-EG" sz="1400" dirty="0"/>
              <a:t>Binarization using adaptive threshold + Otsu.</a:t>
            </a:r>
          </a:p>
          <a:p>
            <a:pPr lvl="1"/>
            <a:r>
              <a:rPr lang="en-EG" sz="1400" dirty="0"/>
              <a:t>Morphological cleanup for better segmentation.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05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6EBA2-298A-AE50-56A0-01DC73833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43" y="265918"/>
            <a:ext cx="3088732" cy="412644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16" name="Google Shape;1716;p50">
            <a:extLst>
              <a:ext uri="{FF2B5EF4-FFF2-40B4-BE49-F238E27FC236}">
                <a16:creationId xmlns:a16="http://schemas.microsoft.com/office/drawing/2014/main" id="{48CC2FAC-1F55-6A72-229B-12A55B047D12}"/>
              </a:ext>
            </a:extLst>
          </p:cNvPr>
          <p:cNvSpPr/>
          <p:nvPr/>
        </p:nvSpPr>
        <p:spPr>
          <a:xfrm>
            <a:off x="7370679" y="2900760"/>
            <a:ext cx="2294290" cy="2537888"/>
          </a:xfrm>
          <a:custGeom>
            <a:avLst/>
            <a:gdLst/>
            <a:ahLst/>
            <a:cxnLst/>
            <a:rect l="l" t="t" r="r" b="b"/>
            <a:pathLst>
              <a:path w="188018" h="207981" extrusionOk="0">
                <a:moveTo>
                  <a:pt x="104847" y="37273"/>
                </a:moveTo>
                <a:cubicBezTo>
                  <a:pt x="103681" y="37273"/>
                  <a:pt x="102619" y="38546"/>
                  <a:pt x="103325" y="39856"/>
                </a:cubicBezTo>
                <a:lnTo>
                  <a:pt x="90699" y="52481"/>
                </a:lnTo>
                <a:lnTo>
                  <a:pt x="80155" y="50332"/>
                </a:lnTo>
                <a:lnTo>
                  <a:pt x="68110" y="62377"/>
                </a:lnTo>
                <a:cubicBezTo>
                  <a:pt x="67784" y="62168"/>
                  <a:pt x="67457" y="62078"/>
                  <a:pt x="67148" y="62078"/>
                </a:cubicBezTo>
                <a:cubicBezTo>
                  <a:pt x="65740" y="62078"/>
                  <a:pt x="64719" y="63960"/>
                  <a:pt x="66062" y="65107"/>
                </a:cubicBezTo>
                <a:lnTo>
                  <a:pt x="66028" y="65141"/>
                </a:lnTo>
                <a:cubicBezTo>
                  <a:pt x="66403" y="65580"/>
                  <a:pt x="66862" y="65764"/>
                  <a:pt x="67308" y="65764"/>
                </a:cubicBezTo>
                <a:cubicBezTo>
                  <a:pt x="68527" y="65764"/>
                  <a:pt x="69657" y="64392"/>
                  <a:pt x="68758" y="63094"/>
                </a:cubicBezTo>
                <a:lnTo>
                  <a:pt x="80462" y="51389"/>
                </a:lnTo>
                <a:lnTo>
                  <a:pt x="91006" y="53505"/>
                </a:lnTo>
                <a:lnTo>
                  <a:pt x="103973" y="40538"/>
                </a:lnTo>
                <a:cubicBezTo>
                  <a:pt x="104265" y="40696"/>
                  <a:pt x="104555" y="40765"/>
                  <a:pt x="104830" y="40765"/>
                </a:cubicBezTo>
                <a:cubicBezTo>
                  <a:pt x="106225" y="40765"/>
                  <a:pt x="107223" y="38977"/>
                  <a:pt x="106054" y="37808"/>
                </a:cubicBezTo>
                <a:cubicBezTo>
                  <a:pt x="105688" y="37433"/>
                  <a:pt x="105261" y="37273"/>
                  <a:pt x="104847" y="37273"/>
                </a:cubicBezTo>
                <a:close/>
                <a:moveTo>
                  <a:pt x="90788" y="67921"/>
                </a:moveTo>
                <a:cubicBezTo>
                  <a:pt x="91775" y="67921"/>
                  <a:pt x="92724" y="68648"/>
                  <a:pt x="92815" y="69782"/>
                </a:cubicBezTo>
                <a:cubicBezTo>
                  <a:pt x="92915" y="71032"/>
                  <a:pt x="91897" y="71952"/>
                  <a:pt x="90796" y="71952"/>
                </a:cubicBezTo>
                <a:cubicBezTo>
                  <a:pt x="90394" y="71952"/>
                  <a:pt x="89981" y="71830"/>
                  <a:pt x="89607" y="71556"/>
                </a:cubicBezTo>
                <a:lnTo>
                  <a:pt x="89198" y="71147"/>
                </a:lnTo>
                <a:cubicBezTo>
                  <a:pt x="88583" y="70328"/>
                  <a:pt x="88686" y="69236"/>
                  <a:pt x="89368" y="68519"/>
                </a:cubicBezTo>
                <a:cubicBezTo>
                  <a:pt x="89781" y="68107"/>
                  <a:pt x="90289" y="67921"/>
                  <a:pt x="90788" y="67921"/>
                </a:cubicBezTo>
                <a:close/>
                <a:moveTo>
                  <a:pt x="43920" y="77439"/>
                </a:moveTo>
                <a:cubicBezTo>
                  <a:pt x="45462" y="77439"/>
                  <a:pt x="46787" y="79443"/>
                  <a:pt x="45350" y="80906"/>
                </a:cubicBezTo>
                <a:cubicBezTo>
                  <a:pt x="44945" y="81299"/>
                  <a:pt x="44454" y="81476"/>
                  <a:pt x="43971" y="81476"/>
                </a:cubicBezTo>
                <a:cubicBezTo>
                  <a:pt x="42946" y="81476"/>
                  <a:pt x="41960" y="80679"/>
                  <a:pt x="41937" y="79473"/>
                </a:cubicBezTo>
                <a:cubicBezTo>
                  <a:pt x="41937" y="78961"/>
                  <a:pt x="42142" y="78449"/>
                  <a:pt x="42517" y="78074"/>
                </a:cubicBezTo>
                <a:cubicBezTo>
                  <a:pt x="42957" y="77626"/>
                  <a:pt x="43449" y="77439"/>
                  <a:pt x="43920" y="77439"/>
                </a:cubicBezTo>
                <a:close/>
                <a:moveTo>
                  <a:pt x="151302" y="0"/>
                </a:moveTo>
                <a:lnTo>
                  <a:pt x="90597" y="60500"/>
                </a:lnTo>
                <a:lnTo>
                  <a:pt x="80837" y="58112"/>
                </a:lnTo>
                <a:lnTo>
                  <a:pt x="56951" y="81998"/>
                </a:lnTo>
                <a:lnTo>
                  <a:pt x="46851" y="79677"/>
                </a:lnTo>
                <a:lnTo>
                  <a:pt x="46851" y="79473"/>
                </a:lnTo>
                <a:cubicBezTo>
                  <a:pt x="46851" y="77696"/>
                  <a:pt x="45400" y="76512"/>
                  <a:pt x="43880" y="76512"/>
                </a:cubicBezTo>
                <a:cubicBezTo>
                  <a:pt x="43152" y="76512"/>
                  <a:pt x="42408" y="76784"/>
                  <a:pt x="41801" y="77391"/>
                </a:cubicBezTo>
                <a:cubicBezTo>
                  <a:pt x="39958" y="79268"/>
                  <a:pt x="41255" y="82441"/>
                  <a:pt x="43916" y="82441"/>
                </a:cubicBezTo>
                <a:cubicBezTo>
                  <a:pt x="45111" y="82441"/>
                  <a:pt x="46203" y="81725"/>
                  <a:pt x="46680" y="80599"/>
                </a:cubicBezTo>
                <a:lnTo>
                  <a:pt x="57293" y="83022"/>
                </a:lnTo>
                <a:lnTo>
                  <a:pt x="81145" y="59135"/>
                </a:lnTo>
                <a:lnTo>
                  <a:pt x="90870" y="61558"/>
                </a:lnTo>
                <a:lnTo>
                  <a:pt x="151984" y="682"/>
                </a:lnTo>
                <a:lnTo>
                  <a:pt x="151302" y="0"/>
                </a:lnTo>
                <a:close/>
                <a:moveTo>
                  <a:pt x="123259" y="58211"/>
                </a:moveTo>
                <a:cubicBezTo>
                  <a:pt x="122084" y="58211"/>
                  <a:pt x="121008" y="59490"/>
                  <a:pt x="121717" y="60807"/>
                </a:cubicBezTo>
                <a:lnTo>
                  <a:pt x="101380" y="81179"/>
                </a:lnTo>
                <a:lnTo>
                  <a:pt x="92200" y="84659"/>
                </a:lnTo>
                <a:cubicBezTo>
                  <a:pt x="92132" y="84591"/>
                  <a:pt x="92064" y="84489"/>
                  <a:pt x="91962" y="84386"/>
                </a:cubicBezTo>
                <a:cubicBezTo>
                  <a:pt x="91606" y="84040"/>
                  <a:pt x="91190" y="83891"/>
                  <a:pt x="90784" y="83891"/>
                </a:cubicBezTo>
                <a:cubicBezTo>
                  <a:pt x="89673" y="83891"/>
                  <a:pt x="88647" y="85013"/>
                  <a:pt x="89198" y="86263"/>
                </a:cubicBezTo>
                <a:cubicBezTo>
                  <a:pt x="89496" y="86989"/>
                  <a:pt x="90121" y="87317"/>
                  <a:pt x="90746" y="87317"/>
                </a:cubicBezTo>
                <a:cubicBezTo>
                  <a:pt x="91620" y="87317"/>
                  <a:pt x="92493" y="86675"/>
                  <a:pt x="92473" y="85581"/>
                </a:cubicBezTo>
                <a:lnTo>
                  <a:pt x="101926" y="81998"/>
                </a:lnTo>
                <a:lnTo>
                  <a:pt x="122399" y="61456"/>
                </a:lnTo>
                <a:cubicBezTo>
                  <a:pt x="122691" y="61613"/>
                  <a:pt x="122982" y="61682"/>
                  <a:pt x="123256" y="61682"/>
                </a:cubicBezTo>
                <a:cubicBezTo>
                  <a:pt x="124650" y="61682"/>
                  <a:pt x="125644" y="59895"/>
                  <a:pt x="124447" y="58726"/>
                </a:cubicBezTo>
                <a:cubicBezTo>
                  <a:pt x="124086" y="58365"/>
                  <a:pt x="123667" y="58211"/>
                  <a:pt x="123259" y="58211"/>
                </a:cubicBezTo>
                <a:close/>
                <a:moveTo>
                  <a:pt x="110386" y="91267"/>
                </a:moveTo>
                <a:cubicBezTo>
                  <a:pt x="110877" y="91267"/>
                  <a:pt x="111379" y="91451"/>
                  <a:pt x="111787" y="91859"/>
                </a:cubicBezTo>
                <a:cubicBezTo>
                  <a:pt x="112572" y="92644"/>
                  <a:pt x="112572" y="93907"/>
                  <a:pt x="111787" y="94692"/>
                </a:cubicBezTo>
                <a:cubicBezTo>
                  <a:pt x="111377" y="95101"/>
                  <a:pt x="110874" y="95285"/>
                  <a:pt x="110381" y="95285"/>
                </a:cubicBezTo>
                <a:cubicBezTo>
                  <a:pt x="109355" y="95285"/>
                  <a:pt x="108375" y="94491"/>
                  <a:pt x="108375" y="93293"/>
                </a:cubicBezTo>
                <a:cubicBezTo>
                  <a:pt x="108375" y="92069"/>
                  <a:pt x="109358" y="91267"/>
                  <a:pt x="110386" y="91267"/>
                </a:cubicBezTo>
                <a:close/>
                <a:moveTo>
                  <a:pt x="148026" y="29551"/>
                </a:moveTo>
                <a:lnTo>
                  <a:pt x="131305" y="46305"/>
                </a:lnTo>
                <a:lnTo>
                  <a:pt x="130896" y="58453"/>
                </a:lnTo>
                <a:lnTo>
                  <a:pt x="110047" y="79336"/>
                </a:lnTo>
                <a:lnTo>
                  <a:pt x="110047" y="90324"/>
                </a:lnTo>
                <a:cubicBezTo>
                  <a:pt x="106396" y="90699"/>
                  <a:pt x="106532" y="96057"/>
                  <a:pt x="110183" y="96261"/>
                </a:cubicBezTo>
                <a:cubicBezTo>
                  <a:pt x="110248" y="96266"/>
                  <a:pt x="110313" y="96268"/>
                  <a:pt x="110377" y="96268"/>
                </a:cubicBezTo>
                <a:cubicBezTo>
                  <a:pt x="111832" y="96268"/>
                  <a:pt x="113094" y="95173"/>
                  <a:pt x="113323" y="93702"/>
                </a:cubicBezTo>
                <a:cubicBezTo>
                  <a:pt x="113527" y="92167"/>
                  <a:pt x="112504" y="90733"/>
                  <a:pt x="111002" y="90392"/>
                </a:cubicBezTo>
                <a:lnTo>
                  <a:pt x="111002" y="79712"/>
                </a:lnTo>
                <a:lnTo>
                  <a:pt x="131851" y="58862"/>
                </a:lnTo>
                <a:lnTo>
                  <a:pt x="132227" y="46715"/>
                </a:lnTo>
                <a:lnTo>
                  <a:pt x="148674" y="30233"/>
                </a:lnTo>
                <a:lnTo>
                  <a:pt x="148026" y="29551"/>
                </a:lnTo>
                <a:close/>
                <a:moveTo>
                  <a:pt x="92272" y="97179"/>
                </a:moveTo>
                <a:cubicBezTo>
                  <a:pt x="90686" y="97179"/>
                  <a:pt x="89163" y="98403"/>
                  <a:pt x="89163" y="100254"/>
                </a:cubicBezTo>
                <a:lnTo>
                  <a:pt x="89163" y="100288"/>
                </a:lnTo>
                <a:cubicBezTo>
                  <a:pt x="89163" y="101960"/>
                  <a:pt x="90528" y="103325"/>
                  <a:pt x="92235" y="103325"/>
                </a:cubicBezTo>
                <a:cubicBezTo>
                  <a:pt x="94964" y="103325"/>
                  <a:pt x="96329" y="100015"/>
                  <a:pt x="94418" y="98070"/>
                </a:cubicBezTo>
                <a:cubicBezTo>
                  <a:pt x="93792" y="97455"/>
                  <a:pt x="93025" y="97179"/>
                  <a:pt x="92272" y="97179"/>
                </a:cubicBezTo>
                <a:close/>
                <a:moveTo>
                  <a:pt x="92235" y="94658"/>
                </a:moveTo>
                <a:cubicBezTo>
                  <a:pt x="97217" y="94658"/>
                  <a:pt x="99708" y="100697"/>
                  <a:pt x="96193" y="104212"/>
                </a:cubicBezTo>
                <a:cubicBezTo>
                  <a:pt x="95057" y="105348"/>
                  <a:pt x="93657" y="105856"/>
                  <a:pt x="92283" y="105856"/>
                </a:cubicBezTo>
                <a:cubicBezTo>
                  <a:pt x="89405" y="105856"/>
                  <a:pt x="86638" y="103626"/>
                  <a:pt x="86638" y="100254"/>
                </a:cubicBezTo>
                <a:cubicBezTo>
                  <a:pt x="86638" y="97183"/>
                  <a:pt x="89163" y="94692"/>
                  <a:pt x="92235" y="94692"/>
                </a:cubicBezTo>
                <a:lnTo>
                  <a:pt x="92235" y="94658"/>
                </a:lnTo>
                <a:close/>
                <a:moveTo>
                  <a:pt x="92262" y="93708"/>
                </a:moveTo>
                <a:cubicBezTo>
                  <a:pt x="88908" y="93708"/>
                  <a:pt x="85683" y="96311"/>
                  <a:pt x="85683" y="100254"/>
                </a:cubicBezTo>
                <a:cubicBezTo>
                  <a:pt x="85683" y="103871"/>
                  <a:pt x="88618" y="106805"/>
                  <a:pt x="92235" y="106805"/>
                </a:cubicBezTo>
                <a:cubicBezTo>
                  <a:pt x="98070" y="106805"/>
                  <a:pt x="100970" y="99742"/>
                  <a:pt x="96841" y="95647"/>
                </a:cubicBezTo>
                <a:cubicBezTo>
                  <a:pt x="95513" y="94308"/>
                  <a:pt x="93873" y="93708"/>
                  <a:pt x="92262" y="93708"/>
                </a:cubicBezTo>
                <a:close/>
                <a:moveTo>
                  <a:pt x="69190" y="104191"/>
                </a:moveTo>
                <a:cubicBezTo>
                  <a:pt x="70748" y="104191"/>
                  <a:pt x="72072" y="106195"/>
                  <a:pt x="70635" y="107658"/>
                </a:cubicBezTo>
                <a:cubicBezTo>
                  <a:pt x="70259" y="108034"/>
                  <a:pt x="69747" y="108238"/>
                  <a:pt x="69202" y="108238"/>
                </a:cubicBezTo>
                <a:cubicBezTo>
                  <a:pt x="67427" y="108238"/>
                  <a:pt x="66540" y="106123"/>
                  <a:pt x="67768" y="104826"/>
                </a:cubicBezTo>
                <a:cubicBezTo>
                  <a:pt x="68216" y="104379"/>
                  <a:pt x="68714" y="104191"/>
                  <a:pt x="69190" y="104191"/>
                </a:cubicBezTo>
                <a:close/>
                <a:moveTo>
                  <a:pt x="92235" y="92167"/>
                </a:moveTo>
                <a:cubicBezTo>
                  <a:pt x="99435" y="92167"/>
                  <a:pt x="103052" y="100902"/>
                  <a:pt x="97967" y="105986"/>
                </a:cubicBezTo>
                <a:cubicBezTo>
                  <a:pt x="96309" y="107644"/>
                  <a:pt x="94272" y="108386"/>
                  <a:pt x="92275" y="108386"/>
                </a:cubicBezTo>
                <a:cubicBezTo>
                  <a:pt x="88106" y="108386"/>
                  <a:pt x="84113" y="105156"/>
                  <a:pt x="84113" y="100288"/>
                </a:cubicBezTo>
                <a:cubicBezTo>
                  <a:pt x="84147" y="95805"/>
                  <a:pt x="87731" y="92200"/>
                  <a:pt x="92172" y="92200"/>
                </a:cubicBezTo>
                <a:cubicBezTo>
                  <a:pt x="92193" y="92200"/>
                  <a:pt x="92214" y="92200"/>
                  <a:pt x="92235" y="92201"/>
                </a:cubicBezTo>
                <a:lnTo>
                  <a:pt x="92235" y="92167"/>
                </a:lnTo>
                <a:close/>
                <a:moveTo>
                  <a:pt x="92235" y="91245"/>
                </a:moveTo>
                <a:cubicBezTo>
                  <a:pt x="87253" y="91245"/>
                  <a:pt x="83192" y="95272"/>
                  <a:pt x="83192" y="100288"/>
                </a:cubicBezTo>
                <a:cubicBezTo>
                  <a:pt x="83192" y="105734"/>
                  <a:pt x="87640" y="109339"/>
                  <a:pt x="92283" y="109339"/>
                </a:cubicBezTo>
                <a:cubicBezTo>
                  <a:pt x="94505" y="109339"/>
                  <a:pt x="96771" y="108513"/>
                  <a:pt x="98616" y="106669"/>
                </a:cubicBezTo>
                <a:cubicBezTo>
                  <a:pt x="104314" y="100970"/>
                  <a:pt x="100288" y="91245"/>
                  <a:pt x="92235" y="91245"/>
                </a:cubicBezTo>
                <a:close/>
                <a:moveTo>
                  <a:pt x="187370" y="46169"/>
                </a:moveTo>
                <a:lnTo>
                  <a:pt x="159730" y="73808"/>
                </a:lnTo>
                <a:lnTo>
                  <a:pt x="160276" y="77971"/>
                </a:lnTo>
                <a:lnTo>
                  <a:pt x="153520" y="84728"/>
                </a:lnTo>
                <a:lnTo>
                  <a:pt x="149152" y="84728"/>
                </a:lnTo>
                <a:lnTo>
                  <a:pt x="132022" y="101857"/>
                </a:lnTo>
                <a:lnTo>
                  <a:pt x="127279" y="101857"/>
                </a:lnTo>
                <a:lnTo>
                  <a:pt x="116257" y="112879"/>
                </a:lnTo>
                <a:cubicBezTo>
                  <a:pt x="115954" y="112698"/>
                  <a:pt x="115650" y="112618"/>
                  <a:pt x="115360" y="112618"/>
                </a:cubicBezTo>
                <a:cubicBezTo>
                  <a:pt x="114020" y="112618"/>
                  <a:pt x="113019" y="114328"/>
                  <a:pt x="114142" y="115507"/>
                </a:cubicBezTo>
                <a:cubicBezTo>
                  <a:pt x="114498" y="115891"/>
                  <a:pt x="114926" y="116054"/>
                  <a:pt x="115344" y="116054"/>
                </a:cubicBezTo>
                <a:cubicBezTo>
                  <a:pt x="116486" y="116054"/>
                  <a:pt x="117555" y="114835"/>
                  <a:pt x="116906" y="113562"/>
                </a:cubicBezTo>
                <a:lnTo>
                  <a:pt x="127654" y="102813"/>
                </a:lnTo>
                <a:lnTo>
                  <a:pt x="132431" y="102813"/>
                </a:lnTo>
                <a:lnTo>
                  <a:pt x="149527" y="85683"/>
                </a:lnTo>
                <a:lnTo>
                  <a:pt x="153895" y="85683"/>
                </a:lnTo>
                <a:lnTo>
                  <a:pt x="161300" y="78278"/>
                </a:lnTo>
                <a:lnTo>
                  <a:pt x="160719" y="74150"/>
                </a:lnTo>
                <a:lnTo>
                  <a:pt x="188018" y="46851"/>
                </a:lnTo>
                <a:lnTo>
                  <a:pt x="187370" y="46169"/>
                </a:lnTo>
                <a:close/>
                <a:moveTo>
                  <a:pt x="80872" y="112743"/>
                </a:moveTo>
                <a:lnTo>
                  <a:pt x="80872" y="116189"/>
                </a:lnTo>
                <a:lnTo>
                  <a:pt x="84318" y="116189"/>
                </a:lnTo>
                <a:lnTo>
                  <a:pt x="84318" y="112743"/>
                </a:lnTo>
                <a:close/>
                <a:moveTo>
                  <a:pt x="87048" y="112743"/>
                </a:moveTo>
                <a:lnTo>
                  <a:pt x="87048" y="116189"/>
                </a:lnTo>
                <a:lnTo>
                  <a:pt x="90494" y="116189"/>
                </a:lnTo>
                <a:lnTo>
                  <a:pt x="90494" y="112743"/>
                </a:lnTo>
                <a:close/>
                <a:moveTo>
                  <a:pt x="100553" y="113009"/>
                </a:moveTo>
                <a:cubicBezTo>
                  <a:pt x="101566" y="113009"/>
                  <a:pt x="102574" y="113744"/>
                  <a:pt x="102574" y="115029"/>
                </a:cubicBezTo>
                <a:cubicBezTo>
                  <a:pt x="102574" y="115541"/>
                  <a:pt x="102369" y="116053"/>
                  <a:pt x="101994" y="116462"/>
                </a:cubicBezTo>
                <a:cubicBezTo>
                  <a:pt x="101571" y="116876"/>
                  <a:pt x="101077" y="117054"/>
                  <a:pt x="100596" y="117054"/>
                </a:cubicBezTo>
                <a:cubicBezTo>
                  <a:pt x="99293" y="117054"/>
                  <a:pt x="98095" y="115740"/>
                  <a:pt x="98718" y="114244"/>
                </a:cubicBezTo>
                <a:cubicBezTo>
                  <a:pt x="99077" y="113397"/>
                  <a:pt x="99816" y="113009"/>
                  <a:pt x="100553" y="113009"/>
                </a:cubicBezTo>
                <a:close/>
                <a:moveTo>
                  <a:pt x="156625" y="34771"/>
                </a:moveTo>
                <a:lnTo>
                  <a:pt x="139904" y="51492"/>
                </a:lnTo>
                <a:lnTo>
                  <a:pt x="139495" y="63674"/>
                </a:lnTo>
                <a:lnTo>
                  <a:pt x="118646" y="84557"/>
                </a:lnTo>
                <a:lnTo>
                  <a:pt x="118646" y="95784"/>
                </a:lnTo>
                <a:lnTo>
                  <a:pt x="102028" y="112436"/>
                </a:lnTo>
                <a:cubicBezTo>
                  <a:pt x="101584" y="112197"/>
                  <a:pt x="101072" y="112060"/>
                  <a:pt x="100561" y="112060"/>
                </a:cubicBezTo>
                <a:cubicBezTo>
                  <a:pt x="97319" y="112060"/>
                  <a:pt x="96398" y="116496"/>
                  <a:pt x="99366" y="117793"/>
                </a:cubicBezTo>
                <a:cubicBezTo>
                  <a:pt x="99791" y="117979"/>
                  <a:pt x="100209" y="118062"/>
                  <a:pt x="100607" y="118062"/>
                </a:cubicBezTo>
                <a:cubicBezTo>
                  <a:pt x="102988" y="118062"/>
                  <a:pt x="104645" y="115067"/>
                  <a:pt x="102744" y="113050"/>
                </a:cubicBezTo>
                <a:lnTo>
                  <a:pt x="119601" y="96159"/>
                </a:lnTo>
                <a:lnTo>
                  <a:pt x="119601" y="84967"/>
                </a:lnTo>
                <a:lnTo>
                  <a:pt x="140450" y="64083"/>
                </a:lnTo>
                <a:lnTo>
                  <a:pt x="140826" y="51901"/>
                </a:lnTo>
                <a:lnTo>
                  <a:pt x="157307" y="35420"/>
                </a:lnTo>
                <a:lnTo>
                  <a:pt x="156625" y="34771"/>
                </a:lnTo>
                <a:close/>
                <a:moveTo>
                  <a:pt x="80872" y="118510"/>
                </a:moveTo>
                <a:lnTo>
                  <a:pt x="80872" y="121956"/>
                </a:lnTo>
                <a:lnTo>
                  <a:pt x="84318" y="121956"/>
                </a:lnTo>
                <a:lnTo>
                  <a:pt x="84318" y="118510"/>
                </a:lnTo>
                <a:close/>
                <a:moveTo>
                  <a:pt x="87048" y="118510"/>
                </a:moveTo>
                <a:lnTo>
                  <a:pt x="87048" y="121956"/>
                </a:lnTo>
                <a:lnTo>
                  <a:pt x="90494" y="121956"/>
                </a:lnTo>
                <a:lnTo>
                  <a:pt x="90494" y="118510"/>
                </a:lnTo>
                <a:close/>
                <a:moveTo>
                  <a:pt x="80872" y="124242"/>
                </a:moveTo>
                <a:lnTo>
                  <a:pt x="80872" y="127689"/>
                </a:lnTo>
                <a:lnTo>
                  <a:pt x="84318" y="127689"/>
                </a:lnTo>
                <a:lnTo>
                  <a:pt x="84318" y="124242"/>
                </a:lnTo>
                <a:close/>
                <a:moveTo>
                  <a:pt x="104946" y="128680"/>
                </a:moveTo>
                <a:cubicBezTo>
                  <a:pt x="106242" y="128680"/>
                  <a:pt x="107425" y="129988"/>
                  <a:pt x="106805" y="131476"/>
                </a:cubicBezTo>
                <a:cubicBezTo>
                  <a:pt x="106461" y="132323"/>
                  <a:pt x="105723" y="132711"/>
                  <a:pt x="104985" y="132711"/>
                </a:cubicBezTo>
                <a:cubicBezTo>
                  <a:pt x="103968" y="132711"/>
                  <a:pt x="102949" y="131976"/>
                  <a:pt x="102949" y="130692"/>
                </a:cubicBezTo>
                <a:cubicBezTo>
                  <a:pt x="102949" y="130180"/>
                  <a:pt x="103154" y="129668"/>
                  <a:pt x="103529" y="129292"/>
                </a:cubicBezTo>
                <a:cubicBezTo>
                  <a:pt x="103958" y="128864"/>
                  <a:pt x="104460" y="128680"/>
                  <a:pt x="104946" y="128680"/>
                </a:cubicBezTo>
                <a:close/>
                <a:moveTo>
                  <a:pt x="80872" y="130009"/>
                </a:moveTo>
                <a:lnTo>
                  <a:pt x="80872" y="133455"/>
                </a:lnTo>
                <a:lnTo>
                  <a:pt x="84318" y="133455"/>
                </a:lnTo>
                <a:lnTo>
                  <a:pt x="84318" y="130009"/>
                </a:lnTo>
                <a:close/>
                <a:moveTo>
                  <a:pt x="90838" y="66912"/>
                </a:moveTo>
                <a:cubicBezTo>
                  <a:pt x="88660" y="66912"/>
                  <a:pt x="86731" y="69525"/>
                  <a:pt x="88447" y="71761"/>
                </a:cubicBezTo>
                <a:lnTo>
                  <a:pt x="83192" y="77016"/>
                </a:lnTo>
                <a:lnTo>
                  <a:pt x="75037" y="78278"/>
                </a:lnTo>
                <a:lnTo>
                  <a:pt x="70430" y="82885"/>
                </a:lnTo>
                <a:lnTo>
                  <a:pt x="69713" y="90460"/>
                </a:lnTo>
                <a:lnTo>
                  <a:pt x="18222" y="141952"/>
                </a:lnTo>
                <a:lnTo>
                  <a:pt x="18904" y="142635"/>
                </a:lnTo>
                <a:lnTo>
                  <a:pt x="70601" y="90904"/>
                </a:lnTo>
                <a:lnTo>
                  <a:pt x="71351" y="83329"/>
                </a:lnTo>
                <a:lnTo>
                  <a:pt x="75480" y="79200"/>
                </a:lnTo>
                <a:lnTo>
                  <a:pt x="83601" y="77903"/>
                </a:lnTo>
                <a:lnTo>
                  <a:pt x="89129" y="72409"/>
                </a:lnTo>
                <a:cubicBezTo>
                  <a:pt x="89701" y="72801"/>
                  <a:pt x="90283" y="72970"/>
                  <a:pt x="90834" y="72970"/>
                </a:cubicBezTo>
                <a:cubicBezTo>
                  <a:pt x="93212" y="72970"/>
                  <a:pt x="95010" y="69818"/>
                  <a:pt x="92849" y="67768"/>
                </a:cubicBezTo>
                <a:cubicBezTo>
                  <a:pt x="92223" y="67167"/>
                  <a:pt x="91519" y="66912"/>
                  <a:pt x="90838" y="66912"/>
                </a:cubicBezTo>
                <a:close/>
                <a:moveTo>
                  <a:pt x="102784" y="151861"/>
                </a:moveTo>
                <a:cubicBezTo>
                  <a:pt x="103186" y="151861"/>
                  <a:pt x="103599" y="151984"/>
                  <a:pt x="103973" y="152257"/>
                </a:cubicBezTo>
                <a:lnTo>
                  <a:pt x="104416" y="152701"/>
                </a:lnTo>
                <a:cubicBezTo>
                  <a:pt x="104997" y="153486"/>
                  <a:pt x="104928" y="154578"/>
                  <a:pt x="104212" y="155294"/>
                </a:cubicBezTo>
                <a:cubicBezTo>
                  <a:pt x="103807" y="155711"/>
                  <a:pt x="103296" y="155900"/>
                  <a:pt x="102792" y="155900"/>
                </a:cubicBezTo>
                <a:cubicBezTo>
                  <a:pt x="101810" y="155900"/>
                  <a:pt x="100856" y="155182"/>
                  <a:pt x="100765" y="154032"/>
                </a:cubicBezTo>
                <a:cubicBezTo>
                  <a:pt x="100665" y="152782"/>
                  <a:pt x="101683" y="151861"/>
                  <a:pt x="102784" y="151861"/>
                </a:cubicBezTo>
                <a:close/>
                <a:moveTo>
                  <a:pt x="174710" y="81179"/>
                </a:moveTo>
                <a:lnTo>
                  <a:pt x="122979" y="132910"/>
                </a:lnTo>
                <a:lnTo>
                  <a:pt x="122263" y="140485"/>
                </a:lnTo>
                <a:lnTo>
                  <a:pt x="118100" y="144614"/>
                </a:lnTo>
                <a:lnTo>
                  <a:pt x="109979" y="145910"/>
                </a:lnTo>
                <a:lnTo>
                  <a:pt x="104485" y="151438"/>
                </a:lnTo>
                <a:cubicBezTo>
                  <a:pt x="103903" y="151044"/>
                  <a:pt x="103312" y="150874"/>
                  <a:pt x="102754" y="150874"/>
                </a:cubicBezTo>
                <a:cubicBezTo>
                  <a:pt x="100363" y="150874"/>
                  <a:pt x="98573" y="153998"/>
                  <a:pt x="100731" y="156045"/>
                </a:cubicBezTo>
                <a:cubicBezTo>
                  <a:pt x="101368" y="156650"/>
                  <a:pt x="102082" y="156906"/>
                  <a:pt x="102768" y="156906"/>
                </a:cubicBezTo>
                <a:cubicBezTo>
                  <a:pt x="104949" y="156906"/>
                  <a:pt x="106854" y="154319"/>
                  <a:pt x="105167" y="152087"/>
                </a:cubicBezTo>
                <a:lnTo>
                  <a:pt x="110422" y="146798"/>
                </a:lnTo>
                <a:lnTo>
                  <a:pt x="118578" y="145535"/>
                </a:lnTo>
                <a:lnTo>
                  <a:pt x="123184" y="140928"/>
                </a:lnTo>
                <a:lnTo>
                  <a:pt x="123901" y="133353"/>
                </a:lnTo>
                <a:lnTo>
                  <a:pt x="175392" y="81861"/>
                </a:lnTo>
                <a:lnTo>
                  <a:pt x="174710" y="81179"/>
                </a:lnTo>
                <a:close/>
                <a:moveTo>
                  <a:pt x="67778" y="131234"/>
                </a:moveTo>
                <a:cubicBezTo>
                  <a:pt x="66614" y="131234"/>
                  <a:pt x="65558" y="132506"/>
                  <a:pt x="66267" y="133797"/>
                </a:cubicBezTo>
                <a:lnTo>
                  <a:pt x="59579" y="140485"/>
                </a:lnTo>
                <a:lnTo>
                  <a:pt x="60261" y="145399"/>
                </a:lnTo>
                <a:lnTo>
                  <a:pt x="44838" y="160856"/>
                </a:lnTo>
                <a:lnTo>
                  <a:pt x="45520" y="161505"/>
                </a:lnTo>
                <a:lnTo>
                  <a:pt x="61251" y="145740"/>
                </a:lnTo>
                <a:lnTo>
                  <a:pt x="60603" y="140826"/>
                </a:lnTo>
                <a:lnTo>
                  <a:pt x="66949" y="134445"/>
                </a:lnTo>
                <a:cubicBezTo>
                  <a:pt x="67239" y="134604"/>
                  <a:pt x="67527" y="134674"/>
                  <a:pt x="67799" y="134674"/>
                </a:cubicBezTo>
                <a:cubicBezTo>
                  <a:pt x="69161" y="134674"/>
                  <a:pt x="70129" y="132915"/>
                  <a:pt x="68963" y="131749"/>
                </a:cubicBezTo>
                <a:cubicBezTo>
                  <a:pt x="68601" y="131388"/>
                  <a:pt x="68183" y="131234"/>
                  <a:pt x="67778" y="131234"/>
                </a:cubicBezTo>
                <a:close/>
                <a:moveTo>
                  <a:pt x="69239" y="103243"/>
                </a:moveTo>
                <a:cubicBezTo>
                  <a:pt x="67039" y="103243"/>
                  <a:pt x="65131" y="105882"/>
                  <a:pt x="66881" y="108102"/>
                </a:cubicBezTo>
                <a:lnTo>
                  <a:pt x="39890" y="135025"/>
                </a:lnTo>
                <a:lnTo>
                  <a:pt x="35761" y="134479"/>
                </a:lnTo>
                <a:lnTo>
                  <a:pt x="28390" y="141850"/>
                </a:lnTo>
                <a:lnTo>
                  <a:pt x="28390" y="146218"/>
                </a:lnTo>
                <a:lnTo>
                  <a:pt x="11261" y="163347"/>
                </a:lnTo>
                <a:lnTo>
                  <a:pt x="11261" y="168090"/>
                </a:lnTo>
                <a:lnTo>
                  <a:pt x="0" y="179385"/>
                </a:lnTo>
                <a:lnTo>
                  <a:pt x="682" y="180034"/>
                </a:lnTo>
                <a:lnTo>
                  <a:pt x="12216" y="168500"/>
                </a:lnTo>
                <a:lnTo>
                  <a:pt x="12216" y="163723"/>
                </a:lnTo>
                <a:lnTo>
                  <a:pt x="29346" y="146627"/>
                </a:lnTo>
                <a:lnTo>
                  <a:pt x="29346" y="142259"/>
                </a:lnTo>
                <a:lnTo>
                  <a:pt x="36102" y="135503"/>
                </a:lnTo>
                <a:lnTo>
                  <a:pt x="40231" y="136083"/>
                </a:lnTo>
                <a:lnTo>
                  <a:pt x="67564" y="108750"/>
                </a:lnTo>
                <a:cubicBezTo>
                  <a:pt x="68127" y="109120"/>
                  <a:pt x="68699" y="109280"/>
                  <a:pt x="69240" y="109280"/>
                </a:cubicBezTo>
                <a:cubicBezTo>
                  <a:pt x="71647" y="109280"/>
                  <a:pt x="73450" y="106109"/>
                  <a:pt x="71249" y="104075"/>
                </a:cubicBezTo>
                <a:cubicBezTo>
                  <a:pt x="70616" y="103491"/>
                  <a:pt x="69914" y="103243"/>
                  <a:pt x="69239" y="103243"/>
                </a:cubicBezTo>
                <a:close/>
                <a:moveTo>
                  <a:pt x="105010" y="127671"/>
                </a:moveTo>
                <a:cubicBezTo>
                  <a:pt x="102873" y="127671"/>
                  <a:pt x="100956" y="130149"/>
                  <a:pt x="102540" y="132398"/>
                </a:cubicBezTo>
                <a:lnTo>
                  <a:pt x="95681" y="139256"/>
                </a:lnTo>
                <a:lnTo>
                  <a:pt x="96329" y="144204"/>
                </a:lnTo>
                <a:lnTo>
                  <a:pt x="60432" y="180102"/>
                </a:lnTo>
                <a:lnTo>
                  <a:pt x="61114" y="180784"/>
                </a:lnTo>
                <a:lnTo>
                  <a:pt x="97353" y="144545"/>
                </a:lnTo>
                <a:lnTo>
                  <a:pt x="96671" y="139598"/>
                </a:lnTo>
                <a:lnTo>
                  <a:pt x="103188" y="133080"/>
                </a:lnTo>
                <a:cubicBezTo>
                  <a:pt x="103783" y="133518"/>
                  <a:pt x="104400" y="133706"/>
                  <a:pt x="104986" y="133706"/>
                </a:cubicBezTo>
                <a:cubicBezTo>
                  <a:pt x="107322" y="133706"/>
                  <a:pt x="109158" y="130711"/>
                  <a:pt x="107112" y="128610"/>
                </a:cubicBezTo>
                <a:cubicBezTo>
                  <a:pt x="106469" y="127950"/>
                  <a:pt x="105727" y="127671"/>
                  <a:pt x="105010" y="127671"/>
                </a:cubicBezTo>
                <a:close/>
                <a:moveTo>
                  <a:pt x="86823" y="138123"/>
                </a:moveTo>
                <a:cubicBezTo>
                  <a:pt x="85686" y="138123"/>
                  <a:pt x="84626" y="139327"/>
                  <a:pt x="85273" y="140621"/>
                </a:cubicBezTo>
                <a:lnTo>
                  <a:pt x="74525" y="151370"/>
                </a:lnTo>
                <a:lnTo>
                  <a:pt x="69747" y="151370"/>
                </a:lnTo>
                <a:lnTo>
                  <a:pt x="52652" y="168500"/>
                </a:lnTo>
                <a:lnTo>
                  <a:pt x="48284" y="168500"/>
                </a:lnTo>
                <a:lnTo>
                  <a:pt x="40879" y="175836"/>
                </a:lnTo>
                <a:lnTo>
                  <a:pt x="41459" y="179999"/>
                </a:lnTo>
                <a:lnTo>
                  <a:pt x="14161" y="207298"/>
                </a:lnTo>
                <a:lnTo>
                  <a:pt x="14809" y="207980"/>
                </a:lnTo>
                <a:lnTo>
                  <a:pt x="42483" y="180341"/>
                </a:lnTo>
                <a:lnTo>
                  <a:pt x="41903" y="176178"/>
                </a:lnTo>
                <a:lnTo>
                  <a:pt x="48659" y="169421"/>
                </a:lnTo>
                <a:lnTo>
                  <a:pt x="53027" y="169421"/>
                </a:lnTo>
                <a:lnTo>
                  <a:pt x="70157" y="152326"/>
                </a:lnTo>
                <a:lnTo>
                  <a:pt x="74900" y="152326"/>
                </a:lnTo>
                <a:lnTo>
                  <a:pt x="85922" y="141304"/>
                </a:lnTo>
                <a:cubicBezTo>
                  <a:pt x="86225" y="141485"/>
                  <a:pt x="86529" y="141565"/>
                  <a:pt x="86819" y="141565"/>
                </a:cubicBezTo>
                <a:cubicBezTo>
                  <a:pt x="88159" y="141565"/>
                  <a:pt x="89160" y="139855"/>
                  <a:pt x="88037" y="138676"/>
                </a:cubicBezTo>
                <a:cubicBezTo>
                  <a:pt x="87677" y="138289"/>
                  <a:pt x="87245" y="138123"/>
                  <a:pt x="86823" y="13812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" name="Picture 10" descr="A number on a black background&#10;&#10;AI-generated content may be incorrect.">
            <a:extLst>
              <a:ext uri="{FF2B5EF4-FFF2-40B4-BE49-F238E27FC236}">
                <a16:creationId xmlns:a16="http://schemas.microsoft.com/office/drawing/2014/main" id="{62DD5291-4499-47CE-E58E-DF764C217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508" y="3032247"/>
            <a:ext cx="3302317" cy="697226"/>
          </a:xfrm>
          <a:prstGeom prst="rect">
            <a:avLst/>
          </a:prstGeom>
        </p:spPr>
      </p:pic>
      <p:pic>
        <p:nvPicPr>
          <p:cNvPr id="13" name="Picture 12" descr="A black and white number&#10;&#10;AI-generated content may be incorrect.">
            <a:extLst>
              <a:ext uri="{FF2B5EF4-FFF2-40B4-BE49-F238E27FC236}">
                <a16:creationId xmlns:a16="http://schemas.microsoft.com/office/drawing/2014/main" id="{298D6DB8-970B-831B-9321-B06492D89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436" y="3860487"/>
            <a:ext cx="3022460" cy="87982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6E9A0B4-CBEA-9D01-6254-5BB161B99FD0}"/>
              </a:ext>
            </a:extLst>
          </p:cNvPr>
          <p:cNvSpPr/>
          <p:nvPr/>
        </p:nvSpPr>
        <p:spPr>
          <a:xfrm>
            <a:off x="5487423" y="956738"/>
            <a:ext cx="2816772" cy="38858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  <a:lumMod val="0"/>
                </a:schemeClr>
              </a:gs>
              <a:gs pos="100000">
                <a:schemeClr val="tx1">
                  <a:lumMod val="9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06196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612E2B36-F75F-3BCD-595A-AD689614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0">
            <a:extLst>
              <a:ext uri="{FF2B5EF4-FFF2-40B4-BE49-F238E27FC236}">
                <a16:creationId xmlns:a16="http://schemas.microsoft.com/office/drawing/2014/main" id="{8D035453-A333-41A6-2382-5FBDE2F413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33752" y="556250"/>
            <a:ext cx="6304416" cy="112977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02) Segmentation</a:t>
            </a:r>
            <a:endParaRPr dirty="0"/>
          </a:p>
        </p:txBody>
      </p:sp>
      <p:grpSp>
        <p:nvGrpSpPr>
          <p:cNvPr id="1709" name="Google Shape;1709;p50">
            <a:extLst>
              <a:ext uri="{FF2B5EF4-FFF2-40B4-BE49-F238E27FC236}">
                <a16:creationId xmlns:a16="http://schemas.microsoft.com/office/drawing/2014/main" id="{3CBFBCD8-48CC-AFE0-B09F-20853B031F17}"/>
              </a:ext>
            </a:extLst>
          </p:cNvPr>
          <p:cNvGrpSpPr/>
          <p:nvPr/>
        </p:nvGrpSpPr>
        <p:grpSpPr>
          <a:xfrm>
            <a:off x="255314" y="839712"/>
            <a:ext cx="4926284" cy="379124"/>
            <a:chOff x="902597" y="1069304"/>
            <a:chExt cx="5921700" cy="192184"/>
          </a:xfrm>
        </p:grpSpPr>
        <p:grpSp>
          <p:nvGrpSpPr>
            <p:cNvPr id="1710" name="Google Shape;1710;p50">
              <a:extLst>
                <a:ext uri="{FF2B5EF4-FFF2-40B4-BE49-F238E27FC236}">
                  <a16:creationId xmlns:a16="http://schemas.microsoft.com/office/drawing/2014/main" id="{091D7D13-5A3F-AFA1-FF2F-D0289BCBBC9C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711" name="Google Shape;1711;p50">
                <a:extLst>
                  <a:ext uri="{FF2B5EF4-FFF2-40B4-BE49-F238E27FC236}">
                    <a16:creationId xmlns:a16="http://schemas.microsoft.com/office/drawing/2014/main" id="{7EB7B23B-4300-1166-C896-5B98BBDECA2D}"/>
                  </a:ext>
                </a:extLst>
              </p:cNvPr>
              <p:cNvSpPr/>
              <p:nvPr/>
            </p:nvSpPr>
            <p:spPr>
              <a:xfrm rot="-2700000" flipH="1">
                <a:off x="5574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12" name="Google Shape;1712;p50">
                <a:extLst>
                  <a:ext uri="{FF2B5EF4-FFF2-40B4-BE49-F238E27FC236}">
                    <a16:creationId xmlns:a16="http://schemas.microsoft.com/office/drawing/2014/main" id="{87AE5200-888F-71C0-526E-1309FAB197B1}"/>
                  </a:ext>
                </a:extLst>
              </p:cNvPr>
              <p:cNvCxnSpPr>
                <a:stCxn id="1713" idx="6"/>
                <a:endCxn id="1714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14" name="Google Shape;1714;p50">
                <a:extLst>
                  <a:ext uri="{FF2B5EF4-FFF2-40B4-BE49-F238E27FC236}">
                    <a16:creationId xmlns:a16="http://schemas.microsoft.com/office/drawing/2014/main" id="{EB457EE4-4900-0362-59F5-25F4ED4DDD9E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3" name="Google Shape;1713;p50">
              <a:extLst>
                <a:ext uri="{FF2B5EF4-FFF2-40B4-BE49-F238E27FC236}">
                  <a16:creationId xmlns:a16="http://schemas.microsoft.com/office/drawing/2014/main" id="{CC0F11BF-8485-3732-56FC-EC440386E95B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5" name="Google Shape;1715;p50">
            <a:extLst>
              <a:ext uri="{FF2B5EF4-FFF2-40B4-BE49-F238E27FC236}">
                <a16:creationId xmlns:a16="http://schemas.microsoft.com/office/drawing/2014/main" id="{234272DB-75FD-2301-A5B4-AD3AE618A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216581"/>
            <a:ext cx="5181598" cy="197691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n-EG" dirty="0"/>
              <a:t>We used </a:t>
            </a:r>
            <a:r>
              <a:rPr lang="en-EG" b="1" dirty="0"/>
              <a:t>connected components</a:t>
            </a:r>
            <a:r>
              <a:rPr lang="en-EG" dirty="0"/>
              <a:t> to identify candidate characters.</a:t>
            </a:r>
          </a:p>
          <a:p>
            <a:pPr lvl="0"/>
            <a:r>
              <a:rPr lang="en-EG" dirty="0"/>
              <a:t>Characters were filtered based on:</a:t>
            </a:r>
          </a:p>
          <a:p>
            <a:pPr lvl="1"/>
            <a:r>
              <a:rPr lang="en-EG" dirty="0"/>
              <a:t>Height and width relative to plate size.</a:t>
            </a:r>
          </a:p>
          <a:p>
            <a:pPr lvl="1"/>
            <a:r>
              <a:rPr lang="en-EG" dirty="0"/>
              <a:t>Aspect ratio constraints.</a:t>
            </a:r>
          </a:p>
          <a:p>
            <a:pPr lvl="1"/>
            <a:r>
              <a:rPr lang="en-EG" dirty="0"/>
              <a:t>Area proportion relative to plate.</a:t>
            </a:r>
          </a:p>
          <a:p>
            <a:pPr lvl="0"/>
            <a:r>
              <a:rPr lang="en-EG" dirty="0"/>
              <a:t>Resize and normalize each segmented character to </a:t>
            </a:r>
            <a:r>
              <a:rPr lang="en-EG" b="1" dirty="0"/>
              <a:t>32x32</a:t>
            </a:r>
            <a:r>
              <a:rPr lang="en-EG" dirty="0"/>
              <a:t>, with dilation.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94357-E224-61B6-3FCE-7827DFD3A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43" y="265918"/>
            <a:ext cx="3088732" cy="412644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16" name="Google Shape;1716;p50">
            <a:extLst>
              <a:ext uri="{FF2B5EF4-FFF2-40B4-BE49-F238E27FC236}">
                <a16:creationId xmlns:a16="http://schemas.microsoft.com/office/drawing/2014/main" id="{D1E4EFDC-DFD5-2E7E-B1EE-A46127400657}"/>
              </a:ext>
            </a:extLst>
          </p:cNvPr>
          <p:cNvSpPr/>
          <p:nvPr/>
        </p:nvSpPr>
        <p:spPr>
          <a:xfrm>
            <a:off x="7370679" y="2900760"/>
            <a:ext cx="2294290" cy="2537888"/>
          </a:xfrm>
          <a:custGeom>
            <a:avLst/>
            <a:gdLst/>
            <a:ahLst/>
            <a:cxnLst/>
            <a:rect l="l" t="t" r="r" b="b"/>
            <a:pathLst>
              <a:path w="188018" h="207981" extrusionOk="0">
                <a:moveTo>
                  <a:pt x="104847" y="37273"/>
                </a:moveTo>
                <a:cubicBezTo>
                  <a:pt x="103681" y="37273"/>
                  <a:pt x="102619" y="38546"/>
                  <a:pt x="103325" y="39856"/>
                </a:cubicBezTo>
                <a:lnTo>
                  <a:pt x="90699" y="52481"/>
                </a:lnTo>
                <a:lnTo>
                  <a:pt x="80155" y="50332"/>
                </a:lnTo>
                <a:lnTo>
                  <a:pt x="68110" y="62377"/>
                </a:lnTo>
                <a:cubicBezTo>
                  <a:pt x="67784" y="62168"/>
                  <a:pt x="67457" y="62078"/>
                  <a:pt x="67148" y="62078"/>
                </a:cubicBezTo>
                <a:cubicBezTo>
                  <a:pt x="65740" y="62078"/>
                  <a:pt x="64719" y="63960"/>
                  <a:pt x="66062" y="65107"/>
                </a:cubicBezTo>
                <a:lnTo>
                  <a:pt x="66028" y="65141"/>
                </a:lnTo>
                <a:cubicBezTo>
                  <a:pt x="66403" y="65580"/>
                  <a:pt x="66862" y="65764"/>
                  <a:pt x="67308" y="65764"/>
                </a:cubicBezTo>
                <a:cubicBezTo>
                  <a:pt x="68527" y="65764"/>
                  <a:pt x="69657" y="64392"/>
                  <a:pt x="68758" y="63094"/>
                </a:cubicBezTo>
                <a:lnTo>
                  <a:pt x="80462" y="51389"/>
                </a:lnTo>
                <a:lnTo>
                  <a:pt x="91006" y="53505"/>
                </a:lnTo>
                <a:lnTo>
                  <a:pt x="103973" y="40538"/>
                </a:lnTo>
                <a:cubicBezTo>
                  <a:pt x="104265" y="40696"/>
                  <a:pt x="104555" y="40765"/>
                  <a:pt x="104830" y="40765"/>
                </a:cubicBezTo>
                <a:cubicBezTo>
                  <a:pt x="106225" y="40765"/>
                  <a:pt x="107223" y="38977"/>
                  <a:pt x="106054" y="37808"/>
                </a:cubicBezTo>
                <a:cubicBezTo>
                  <a:pt x="105688" y="37433"/>
                  <a:pt x="105261" y="37273"/>
                  <a:pt x="104847" y="37273"/>
                </a:cubicBezTo>
                <a:close/>
                <a:moveTo>
                  <a:pt x="90788" y="67921"/>
                </a:moveTo>
                <a:cubicBezTo>
                  <a:pt x="91775" y="67921"/>
                  <a:pt x="92724" y="68648"/>
                  <a:pt x="92815" y="69782"/>
                </a:cubicBezTo>
                <a:cubicBezTo>
                  <a:pt x="92915" y="71032"/>
                  <a:pt x="91897" y="71952"/>
                  <a:pt x="90796" y="71952"/>
                </a:cubicBezTo>
                <a:cubicBezTo>
                  <a:pt x="90394" y="71952"/>
                  <a:pt x="89981" y="71830"/>
                  <a:pt x="89607" y="71556"/>
                </a:cubicBezTo>
                <a:lnTo>
                  <a:pt x="89198" y="71147"/>
                </a:lnTo>
                <a:cubicBezTo>
                  <a:pt x="88583" y="70328"/>
                  <a:pt x="88686" y="69236"/>
                  <a:pt x="89368" y="68519"/>
                </a:cubicBezTo>
                <a:cubicBezTo>
                  <a:pt x="89781" y="68107"/>
                  <a:pt x="90289" y="67921"/>
                  <a:pt x="90788" y="67921"/>
                </a:cubicBezTo>
                <a:close/>
                <a:moveTo>
                  <a:pt x="43920" y="77439"/>
                </a:moveTo>
                <a:cubicBezTo>
                  <a:pt x="45462" y="77439"/>
                  <a:pt x="46787" y="79443"/>
                  <a:pt x="45350" y="80906"/>
                </a:cubicBezTo>
                <a:cubicBezTo>
                  <a:pt x="44945" y="81299"/>
                  <a:pt x="44454" y="81476"/>
                  <a:pt x="43971" y="81476"/>
                </a:cubicBezTo>
                <a:cubicBezTo>
                  <a:pt x="42946" y="81476"/>
                  <a:pt x="41960" y="80679"/>
                  <a:pt x="41937" y="79473"/>
                </a:cubicBezTo>
                <a:cubicBezTo>
                  <a:pt x="41937" y="78961"/>
                  <a:pt x="42142" y="78449"/>
                  <a:pt x="42517" y="78074"/>
                </a:cubicBezTo>
                <a:cubicBezTo>
                  <a:pt x="42957" y="77626"/>
                  <a:pt x="43449" y="77439"/>
                  <a:pt x="43920" y="77439"/>
                </a:cubicBezTo>
                <a:close/>
                <a:moveTo>
                  <a:pt x="151302" y="0"/>
                </a:moveTo>
                <a:lnTo>
                  <a:pt x="90597" y="60500"/>
                </a:lnTo>
                <a:lnTo>
                  <a:pt x="80837" y="58112"/>
                </a:lnTo>
                <a:lnTo>
                  <a:pt x="56951" y="81998"/>
                </a:lnTo>
                <a:lnTo>
                  <a:pt x="46851" y="79677"/>
                </a:lnTo>
                <a:lnTo>
                  <a:pt x="46851" y="79473"/>
                </a:lnTo>
                <a:cubicBezTo>
                  <a:pt x="46851" y="77696"/>
                  <a:pt x="45400" y="76512"/>
                  <a:pt x="43880" y="76512"/>
                </a:cubicBezTo>
                <a:cubicBezTo>
                  <a:pt x="43152" y="76512"/>
                  <a:pt x="42408" y="76784"/>
                  <a:pt x="41801" y="77391"/>
                </a:cubicBezTo>
                <a:cubicBezTo>
                  <a:pt x="39958" y="79268"/>
                  <a:pt x="41255" y="82441"/>
                  <a:pt x="43916" y="82441"/>
                </a:cubicBezTo>
                <a:cubicBezTo>
                  <a:pt x="45111" y="82441"/>
                  <a:pt x="46203" y="81725"/>
                  <a:pt x="46680" y="80599"/>
                </a:cubicBezTo>
                <a:lnTo>
                  <a:pt x="57293" y="83022"/>
                </a:lnTo>
                <a:lnTo>
                  <a:pt x="81145" y="59135"/>
                </a:lnTo>
                <a:lnTo>
                  <a:pt x="90870" y="61558"/>
                </a:lnTo>
                <a:lnTo>
                  <a:pt x="151984" y="682"/>
                </a:lnTo>
                <a:lnTo>
                  <a:pt x="151302" y="0"/>
                </a:lnTo>
                <a:close/>
                <a:moveTo>
                  <a:pt x="123259" y="58211"/>
                </a:moveTo>
                <a:cubicBezTo>
                  <a:pt x="122084" y="58211"/>
                  <a:pt x="121008" y="59490"/>
                  <a:pt x="121717" y="60807"/>
                </a:cubicBezTo>
                <a:lnTo>
                  <a:pt x="101380" y="81179"/>
                </a:lnTo>
                <a:lnTo>
                  <a:pt x="92200" y="84659"/>
                </a:lnTo>
                <a:cubicBezTo>
                  <a:pt x="92132" y="84591"/>
                  <a:pt x="92064" y="84489"/>
                  <a:pt x="91962" y="84386"/>
                </a:cubicBezTo>
                <a:cubicBezTo>
                  <a:pt x="91606" y="84040"/>
                  <a:pt x="91190" y="83891"/>
                  <a:pt x="90784" y="83891"/>
                </a:cubicBezTo>
                <a:cubicBezTo>
                  <a:pt x="89673" y="83891"/>
                  <a:pt x="88647" y="85013"/>
                  <a:pt x="89198" y="86263"/>
                </a:cubicBezTo>
                <a:cubicBezTo>
                  <a:pt x="89496" y="86989"/>
                  <a:pt x="90121" y="87317"/>
                  <a:pt x="90746" y="87317"/>
                </a:cubicBezTo>
                <a:cubicBezTo>
                  <a:pt x="91620" y="87317"/>
                  <a:pt x="92493" y="86675"/>
                  <a:pt x="92473" y="85581"/>
                </a:cubicBezTo>
                <a:lnTo>
                  <a:pt x="101926" y="81998"/>
                </a:lnTo>
                <a:lnTo>
                  <a:pt x="122399" y="61456"/>
                </a:lnTo>
                <a:cubicBezTo>
                  <a:pt x="122691" y="61613"/>
                  <a:pt x="122982" y="61682"/>
                  <a:pt x="123256" y="61682"/>
                </a:cubicBezTo>
                <a:cubicBezTo>
                  <a:pt x="124650" y="61682"/>
                  <a:pt x="125644" y="59895"/>
                  <a:pt x="124447" y="58726"/>
                </a:cubicBezTo>
                <a:cubicBezTo>
                  <a:pt x="124086" y="58365"/>
                  <a:pt x="123667" y="58211"/>
                  <a:pt x="123259" y="58211"/>
                </a:cubicBezTo>
                <a:close/>
                <a:moveTo>
                  <a:pt x="110386" y="91267"/>
                </a:moveTo>
                <a:cubicBezTo>
                  <a:pt x="110877" y="91267"/>
                  <a:pt x="111379" y="91451"/>
                  <a:pt x="111787" y="91859"/>
                </a:cubicBezTo>
                <a:cubicBezTo>
                  <a:pt x="112572" y="92644"/>
                  <a:pt x="112572" y="93907"/>
                  <a:pt x="111787" y="94692"/>
                </a:cubicBezTo>
                <a:cubicBezTo>
                  <a:pt x="111377" y="95101"/>
                  <a:pt x="110874" y="95285"/>
                  <a:pt x="110381" y="95285"/>
                </a:cubicBezTo>
                <a:cubicBezTo>
                  <a:pt x="109355" y="95285"/>
                  <a:pt x="108375" y="94491"/>
                  <a:pt x="108375" y="93293"/>
                </a:cubicBezTo>
                <a:cubicBezTo>
                  <a:pt x="108375" y="92069"/>
                  <a:pt x="109358" y="91267"/>
                  <a:pt x="110386" y="91267"/>
                </a:cubicBezTo>
                <a:close/>
                <a:moveTo>
                  <a:pt x="148026" y="29551"/>
                </a:moveTo>
                <a:lnTo>
                  <a:pt x="131305" y="46305"/>
                </a:lnTo>
                <a:lnTo>
                  <a:pt x="130896" y="58453"/>
                </a:lnTo>
                <a:lnTo>
                  <a:pt x="110047" y="79336"/>
                </a:lnTo>
                <a:lnTo>
                  <a:pt x="110047" y="90324"/>
                </a:lnTo>
                <a:cubicBezTo>
                  <a:pt x="106396" y="90699"/>
                  <a:pt x="106532" y="96057"/>
                  <a:pt x="110183" y="96261"/>
                </a:cubicBezTo>
                <a:cubicBezTo>
                  <a:pt x="110248" y="96266"/>
                  <a:pt x="110313" y="96268"/>
                  <a:pt x="110377" y="96268"/>
                </a:cubicBezTo>
                <a:cubicBezTo>
                  <a:pt x="111832" y="96268"/>
                  <a:pt x="113094" y="95173"/>
                  <a:pt x="113323" y="93702"/>
                </a:cubicBezTo>
                <a:cubicBezTo>
                  <a:pt x="113527" y="92167"/>
                  <a:pt x="112504" y="90733"/>
                  <a:pt x="111002" y="90392"/>
                </a:cubicBezTo>
                <a:lnTo>
                  <a:pt x="111002" y="79712"/>
                </a:lnTo>
                <a:lnTo>
                  <a:pt x="131851" y="58862"/>
                </a:lnTo>
                <a:lnTo>
                  <a:pt x="132227" y="46715"/>
                </a:lnTo>
                <a:lnTo>
                  <a:pt x="148674" y="30233"/>
                </a:lnTo>
                <a:lnTo>
                  <a:pt x="148026" y="29551"/>
                </a:lnTo>
                <a:close/>
                <a:moveTo>
                  <a:pt x="92272" y="97179"/>
                </a:moveTo>
                <a:cubicBezTo>
                  <a:pt x="90686" y="97179"/>
                  <a:pt x="89163" y="98403"/>
                  <a:pt x="89163" y="100254"/>
                </a:cubicBezTo>
                <a:lnTo>
                  <a:pt x="89163" y="100288"/>
                </a:lnTo>
                <a:cubicBezTo>
                  <a:pt x="89163" y="101960"/>
                  <a:pt x="90528" y="103325"/>
                  <a:pt x="92235" y="103325"/>
                </a:cubicBezTo>
                <a:cubicBezTo>
                  <a:pt x="94964" y="103325"/>
                  <a:pt x="96329" y="100015"/>
                  <a:pt x="94418" y="98070"/>
                </a:cubicBezTo>
                <a:cubicBezTo>
                  <a:pt x="93792" y="97455"/>
                  <a:pt x="93025" y="97179"/>
                  <a:pt x="92272" y="97179"/>
                </a:cubicBezTo>
                <a:close/>
                <a:moveTo>
                  <a:pt x="92235" y="94658"/>
                </a:moveTo>
                <a:cubicBezTo>
                  <a:pt x="97217" y="94658"/>
                  <a:pt x="99708" y="100697"/>
                  <a:pt x="96193" y="104212"/>
                </a:cubicBezTo>
                <a:cubicBezTo>
                  <a:pt x="95057" y="105348"/>
                  <a:pt x="93657" y="105856"/>
                  <a:pt x="92283" y="105856"/>
                </a:cubicBezTo>
                <a:cubicBezTo>
                  <a:pt x="89405" y="105856"/>
                  <a:pt x="86638" y="103626"/>
                  <a:pt x="86638" y="100254"/>
                </a:cubicBezTo>
                <a:cubicBezTo>
                  <a:pt x="86638" y="97183"/>
                  <a:pt x="89163" y="94692"/>
                  <a:pt x="92235" y="94692"/>
                </a:cubicBezTo>
                <a:lnTo>
                  <a:pt x="92235" y="94658"/>
                </a:lnTo>
                <a:close/>
                <a:moveTo>
                  <a:pt x="92262" y="93708"/>
                </a:moveTo>
                <a:cubicBezTo>
                  <a:pt x="88908" y="93708"/>
                  <a:pt x="85683" y="96311"/>
                  <a:pt x="85683" y="100254"/>
                </a:cubicBezTo>
                <a:cubicBezTo>
                  <a:pt x="85683" y="103871"/>
                  <a:pt x="88618" y="106805"/>
                  <a:pt x="92235" y="106805"/>
                </a:cubicBezTo>
                <a:cubicBezTo>
                  <a:pt x="98070" y="106805"/>
                  <a:pt x="100970" y="99742"/>
                  <a:pt x="96841" y="95647"/>
                </a:cubicBezTo>
                <a:cubicBezTo>
                  <a:pt x="95513" y="94308"/>
                  <a:pt x="93873" y="93708"/>
                  <a:pt x="92262" y="93708"/>
                </a:cubicBezTo>
                <a:close/>
                <a:moveTo>
                  <a:pt x="69190" y="104191"/>
                </a:moveTo>
                <a:cubicBezTo>
                  <a:pt x="70748" y="104191"/>
                  <a:pt x="72072" y="106195"/>
                  <a:pt x="70635" y="107658"/>
                </a:cubicBezTo>
                <a:cubicBezTo>
                  <a:pt x="70259" y="108034"/>
                  <a:pt x="69747" y="108238"/>
                  <a:pt x="69202" y="108238"/>
                </a:cubicBezTo>
                <a:cubicBezTo>
                  <a:pt x="67427" y="108238"/>
                  <a:pt x="66540" y="106123"/>
                  <a:pt x="67768" y="104826"/>
                </a:cubicBezTo>
                <a:cubicBezTo>
                  <a:pt x="68216" y="104379"/>
                  <a:pt x="68714" y="104191"/>
                  <a:pt x="69190" y="104191"/>
                </a:cubicBezTo>
                <a:close/>
                <a:moveTo>
                  <a:pt x="92235" y="92167"/>
                </a:moveTo>
                <a:cubicBezTo>
                  <a:pt x="99435" y="92167"/>
                  <a:pt x="103052" y="100902"/>
                  <a:pt x="97967" y="105986"/>
                </a:cubicBezTo>
                <a:cubicBezTo>
                  <a:pt x="96309" y="107644"/>
                  <a:pt x="94272" y="108386"/>
                  <a:pt x="92275" y="108386"/>
                </a:cubicBezTo>
                <a:cubicBezTo>
                  <a:pt x="88106" y="108386"/>
                  <a:pt x="84113" y="105156"/>
                  <a:pt x="84113" y="100288"/>
                </a:cubicBezTo>
                <a:cubicBezTo>
                  <a:pt x="84147" y="95805"/>
                  <a:pt x="87731" y="92200"/>
                  <a:pt x="92172" y="92200"/>
                </a:cubicBezTo>
                <a:cubicBezTo>
                  <a:pt x="92193" y="92200"/>
                  <a:pt x="92214" y="92200"/>
                  <a:pt x="92235" y="92201"/>
                </a:cubicBezTo>
                <a:lnTo>
                  <a:pt x="92235" y="92167"/>
                </a:lnTo>
                <a:close/>
                <a:moveTo>
                  <a:pt x="92235" y="91245"/>
                </a:moveTo>
                <a:cubicBezTo>
                  <a:pt x="87253" y="91245"/>
                  <a:pt x="83192" y="95272"/>
                  <a:pt x="83192" y="100288"/>
                </a:cubicBezTo>
                <a:cubicBezTo>
                  <a:pt x="83192" y="105734"/>
                  <a:pt x="87640" y="109339"/>
                  <a:pt x="92283" y="109339"/>
                </a:cubicBezTo>
                <a:cubicBezTo>
                  <a:pt x="94505" y="109339"/>
                  <a:pt x="96771" y="108513"/>
                  <a:pt x="98616" y="106669"/>
                </a:cubicBezTo>
                <a:cubicBezTo>
                  <a:pt x="104314" y="100970"/>
                  <a:pt x="100288" y="91245"/>
                  <a:pt x="92235" y="91245"/>
                </a:cubicBezTo>
                <a:close/>
                <a:moveTo>
                  <a:pt x="187370" y="46169"/>
                </a:moveTo>
                <a:lnTo>
                  <a:pt x="159730" y="73808"/>
                </a:lnTo>
                <a:lnTo>
                  <a:pt x="160276" y="77971"/>
                </a:lnTo>
                <a:lnTo>
                  <a:pt x="153520" y="84728"/>
                </a:lnTo>
                <a:lnTo>
                  <a:pt x="149152" y="84728"/>
                </a:lnTo>
                <a:lnTo>
                  <a:pt x="132022" y="101857"/>
                </a:lnTo>
                <a:lnTo>
                  <a:pt x="127279" y="101857"/>
                </a:lnTo>
                <a:lnTo>
                  <a:pt x="116257" y="112879"/>
                </a:lnTo>
                <a:cubicBezTo>
                  <a:pt x="115954" y="112698"/>
                  <a:pt x="115650" y="112618"/>
                  <a:pt x="115360" y="112618"/>
                </a:cubicBezTo>
                <a:cubicBezTo>
                  <a:pt x="114020" y="112618"/>
                  <a:pt x="113019" y="114328"/>
                  <a:pt x="114142" y="115507"/>
                </a:cubicBezTo>
                <a:cubicBezTo>
                  <a:pt x="114498" y="115891"/>
                  <a:pt x="114926" y="116054"/>
                  <a:pt x="115344" y="116054"/>
                </a:cubicBezTo>
                <a:cubicBezTo>
                  <a:pt x="116486" y="116054"/>
                  <a:pt x="117555" y="114835"/>
                  <a:pt x="116906" y="113562"/>
                </a:cubicBezTo>
                <a:lnTo>
                  <a:pt x="127654" y="102813"/>
                </a:lnTo>
                <a:lnTo>
                  <a:pt x="132431" y="102813"/>
                </a:lnTo>
                <a:lnTo>
                  <a:pt x="149527" y="85683"/>
                </a:lnTo>
                <a:lnTo>
                  <a:pt x="153895" y="85683"/>
                </a:lnTo>
                <a:lnTo>
                  <a:pt x="161300" y="78278"/>
                </a:lnTo>
                <a:lnTo>
                  <a:pt x="160719" y="74150"/>
                </a:lnTo>
                <a:lnTo>
                  <a:pt x="188018" y="46851"/>
                </a:lnTo>
                <a:lnTo>
                  <a:pt x="187370" y="46169"/>
                </a:lnTo>
                <a:close/>
                <a:moveTo>
                  <a:pt x="80872" y="112743"/>
                </a:moveTo>
                <a:lnTo>
                  <a:pt x="80872" y="116189"/>
                </a:lnTo>
                <a:lnTo>
                  <a:pt x="84318" y="116189"/>
                </a:lnTo>
                <a:lnTo>
                  <a:pt x="84318" y="112743"/>
                </a:lnTo>
                <a:close/>
                <a:moveTo>
                  <a:pt x="87048" y="112743"/>
                </a:moveTo>
                <a:lnTo>
                  <a:pt x="87048" y="116189"/>
                </a:lnTo>
                <a:lnTo>
                  <a:pt x="90494" y="116189"/>
                </a:lnTo>
                <a:lnTo>
                  <a:pt x="90494" y="112743"/>
                </a:lnTo>
                <a:close/>
                <a:moveTo>
                  <a:pt x="100553" y="113009"/>
                </a:moveTo>
                <a:cubicBezTo>
                  <a:pt x="101566" y="113009"/>
                  <a:pt x="102574" y="113744"/>
                  <a:pt x="102574" y="115029"/>
                </a:cubicBezTo>
                <a:cubicBezTo>
                  <a:pt x="102574" y="115541"/>
                  <a:pt x="102369" y="116053"/>
                  <a:pt x="101994" y="116462"/>
                </a:cubicBezTo>
                <a:cubicBezTo>
                  <a:pt x="101571" y="116876"/>
                  <a:pt x="101077" y="117054"/>
                  <a:pt x="100596" y="117054"/>
                </a:cubicBezTo>
                <a:cubicBezTo>
                  <a:pt x="99293" y="117054"/>
                  <a:pt x="98095" y="115740"/>
                  <a:pt x="98718" y="114244"/>
                </a:cubicBezTo>
                <a:cubicBezTo>
                  <a:pt x="99077" y="113397"/>
                  <a:pt x="99816" y="113009"/>
                  <a:pt x="100553" y="113009"/>
                </a:cubicBezTo>
                <a:close/>
                <a:moveTo>
                  <a:pt x="156625" y="34771"/>
                </a:moveTo>
                <a:lnTo>
                  <a:pt x="139904" y="51492"/>
                </a:lnTo>
                <a:lnTo>
                  <a:pt x="139495" y="63674"/>
                </a:lnTo>
                <a:lnTo>
                  <a:pt x="118646" y="84557"/>
                </a:lnTo>
                <a:lnTo>
                  <a:pt x="118646" y="95784"/>
                </a:lnTo>
                <a:lnTo>
                  <a:pt x="102028" y="112436"/>
                </a:lnTo>
                <a:cubicBezTo>
                  <a:pt x="101584" y="112197"/>
                  <a:pt x="101072" y="112060"/>
                  <a:pt x="100561" y="112060"/>
                </a:cubicBezTo>
                <a:cubicBezTo>
                  <a:pt x="97319" y="112060"/>
                  <a:pt x="96398" y="116496"/>
                  <a:pt x="99366" y="117793"/>
                </a:cubicBezTo>
                <a:cubicBezTo>
                  <a:pt x="99791" y="117979"/>
                  <a:pt x="100209" y="118062"/>
                  <a:pt x="100607" y="118062"/>
                </a:cubicBezTo>
                <a:cubicBezTo>
                  <a:pt x="102988" y="118062"/>
                  <a:pt x="104645" y="115067"/>
                  <a:pt x="102744" y="113050"/>
                </a:cubicBezTo>
                <a:lnTo>
                  <a:pt x="119601" y="96159"/>
                </a:lnTo>
                <a:lnTo>
                  <a:pt x="119601" y="84967"/>
                </a:lnTo>
                <a:lnTo>
                  <a:pt x="140450" y="64083"/>
                </a:lnTo>
                <a:lnTo>
                  <a:pt x="140826" y="51901"/>
                </a:lnTo>
                <a:lnTo>
                  <a:pt x="157307" y="35420"/>
                </a:lnTo>
                <a:lnTo>
                  <a:pt x="156625" y="34771"/>
                </a:lnTo>
                <a:close/>
                <a:moveTo>
                  <a:pt x="80872" y="118510"/>
                </a:moveTo>
                <a:lnTo>
                  <a:pt x="80872" y="121956"/>
                </a:lnTo>
                <a:lnTo>
                  <a:pt x="84318" y="121956"/>
                </a:lnTo>
                <a:lnTo>
                  <a:pt x="84318" y="118510"/>
                </a:lnTo>
                <a:close/>
                <a:moveTo>
                  <a:pt x="87048" y="118510"/>
                </a:moveTo>
                <a:lnTo>
                  <a:pt x="87048" y="121956"/>
                </a:lnTo>
                <a:lnTo>
                  <a:pt x="90494" y="121956"/>
                </a:lnTo>
                <a:lnTo>
                  <a:pt x="90494" y="118510"/>
                </a:lnTo>
                <a:close/>
                <a:moveTo>
                  <a:pt x="80872" y="124242"/>
                </a:moveTo>
                <a:lnTo>
                  <a:pt x="80872" y="127689"/>
                </a:lnTo>
                <a:lnTo>
                  <a:pt x="84318" y="127689"/>
                </a:lnTo>
                <a:lnTo>
                  <a:pt x="84318" y="124242"/>
                </a:lnTo>
                <a:close/>
                <a:moveTo>
                  <a:pt x="104946" y="128680"/>
                </a:moveTo>
                <a:cubicBezTo>
                  <a:pt x="106242" y="128680"/>
                  <a:pt x="107425" y="129988"/>
                  <a:pt x="106805" y="131476"/>
                </a:cubicBezTo>
                <a:cubicBezTo>
                  <a:pt x="106461" y="132323"/>
                  <a:pt x="105723" y="132711"/>
                  <a:pt x="104985" y="132711"/>
                </a:cubicBezTo>
                <a:cubicBezTo>
                  <a:pt x="103968" y="132711"/>
                  <a:pt x="102949" y="131976"/>
                  <a:pt x="102949" y="130692"/>
                </a:cubicBezTo>
                <a:cubicBezTo>
                  <a:pt x="102949" y="130180"/>
                  <a:pt x="103154" y="129668"/>
                  <a:pt x="103529" y="129292"/>
                </a:cubicBezTo>
                <a:cubicBezTo>
                  <a:pt x="103958" y="128864"/>
                  <a:pt x="104460" y="128680"/>
                  <a:pt x="104946" y="128680"/>
                </a:cubicBezTo>
                <a:close/>
                <a:moveTo>
                  <a:pt x="80872" y="130009"/>
                </a:moveTo>
                <a:lnTo>
                  <a:pt x="80872" y="133455"/>
                </a:lnTo>
                <a:lnTo>
                  <a:pt x="84318" y="133455"/>
                </a:lnTo>
                <a:lnTo>
                  <a:pt x="84318" y="130009"/>
                </a:lnTo>
                <a:close/>
                <a:moveTo>
                  <a:pt x="90838" y="66912"/>
                </a:moveTo>
                <a:cubicBezTo>
                  <a:pt x="88660" y="66912"/>
                  <a:pt x="86731" y="69525"/>
                  <a:pt x="88447" y="71761"/>
                </a:cubicBezTo>
                <a:lnTo>
                  <a:pt x="83192" y="77016"/>
                </a:lnTo>
                <a:lnTo>
                  <a:pt x="75037" y="78278"/>
                </a:lnTo>
                <a:lnTo>
                  <a:pt x="70430" y="82885"/>
                </a:lnTo>
                <a:lnTo>
                  <a:pt x="69713" y="90460"/>
                </a:lnTo>
                <a:lnTo>
                  <a:pt x="18222" y="141952"/>
                </a:lnTo>
                <a:lnTo>
                  <a:pt x="18904" y="142635"/>
                </a:lnTo>
                <a:lnTo>
                  <a:pt x="70601" y="90904"/>
                </a:lnTo>
                <a:lnTo>
                  <a:pt x="71351" y="83329"/>
                </a:lnTo>
                <a:lnTo>
                  <a:pt x="75480" y="79200"/>
                </a:lnTo>
                <a:lnTo>
                  <a:pt x="83601" y="77903"/>
                </a:lnTo>
                <a:lnTo>
                  <a:pt x="89129" y="72409"/>
                </a:lnTo>
                <a:cubicBezTo>
                  <a:pt x="89701" y="72801"/>
                  <a:pt x="90283" y="72970"/>
                  <a:pt x="90834" y="72970"/>
                </a:cubicBezTo>
                <a:cubicBezTo>
                  <a:pt x="93212" y="72970"/>
                  <a:pt x="95010" y="69818"/>
                  <a:pt x="92849" y="67768"/>
                </a:cubicBezTo>
                <a:cubicBezTo>
                  <a:pt x="92223" y="67167"/>
                  <a:pt x="91519" y="66912"/>
                  <a:pt x="90838" y="66912"/>
                </a:cubicBezTo>
                <a:close/>
                <a:moveTo>
                  <a:pt x="102784" y="151861"/>
                </a:moveTo>
                <a:cubicBezTo>
                  <a:pt x="103186" y="151861"/>
                  <a:pt x="103599" y="151984"/>
                  <a:pt x="103973" y="152257"/>
                </a:cubicBezTo>
                <a:lnTo>
                  <a:pt x="104416" y="152701"/>
                </a:lnTo>
                <a:cubicBezTo>
                  <a:pt x="104997" y="153486"/>
                  <a:pt x="104928" y="154578"/>
                  <a:pt x="104212" y="155294"/>
                </a:cubicBezTo>
                <a:cubicBezTo>
                  <a:pt x="103807" y="155711"/>
                  <a:pt x="103296" y="155900"/>
                  <a:pt x="102792" y="155900"/>
                </a:cubicBezTo>
                <a:cubicBezTo>
                  <a:pt x="101810" y="155900"/>
                  <a:pt x="100856" y="155182"/>
                  <a:pt x="100765" y="154032"/>
                </a:cubicBezTo>
                <a:cubicBezTo>
                  <a:pt x="100665" y="152782"/>
                  <a:pt x="101683" y="151861"/>
                  <a:pt x="102784" y="151861"/>
                </a:cubicBezTo>
                <a:close/>
                <a:moveTo>
                  <a:pt x="174710" y="81179"/>
                </a:moveTo>
                <a:lnTo>
                  <a:pt x="122979" y="132910"/>
                </a:lnTo>
                <a:lnTo>
                  <a:pt x="122263" y="140485"/>
                </a:lnTo>
                <a:lnTo>
                  <a:pt x="118100" y="144614"/>
                </a:lnTo>
                <a:lnTo>
                  <a:pt x="109979" y="145910"/>
                </a:lnTo>
                <a:lnTo>
                  <a:pt x="104485" y="151438"/>
                </a:lnTo>
                <a:cubicBezTo>
                  <a:pt x="103903" y="151044"/>
                  <a:pt x="103312" y="150874"/>
                  <a:pt x="102754" y="150874"/>
                </a:cubicBezTo>
                <a:cubicBezTo>
                  <a:pt x="100363" y="150874"/>
                  <a:pt x="98573" y="153998"/>
                  <a:pt x="100731" y="156045"/>
                </a:cubicBezTo>
                <a:cubicBezTo>
                  <a:pt x="101368" y="156650"/>
                  <a:pt x="102082" y="156906"/>
                  <a:pt x="102768" y="156906"/>
                </a:cubicBezTo>
                <a:cubicBezTo>
                  <a:pt x="104949" y="156906"/>
                  <a:pt x="106854" y="154319"/>
                  <a:pt x="105167" y="152087"/>
                </a:cubicBezTo>
                <a:lnTo>
                  <a:pt x="110422" y="146798"/>
                </a:lnTo>
                <a:lnTo>
                  <a:pt x="118578" y="145535"/>
                </a:lnTo>
                <a:lnTo>
                  <a:pt x="123184" y="140928"/>
                </a:lnTo>
                <a:lnTo>
                  <a:pt x="123901" y="133353"/>
                </a:lnTo>
                <a:lnTo>
                  <a:pt x="175392" y="81861"/>
                </a:lnTo>
                <a:lnTo>
                  <a:pt x="174710" y="81179"/>
                </a:lnTo>
                <a:close/>
                <a:moveTo>
                  <a:pt x="67778" y="131234"/>
                </a:moveTo>
                <a:cubicBezTo>
                  <a:pt x="66614" y="131234"/>
                  <a:pt x="65558" y="132506"/>
                  <a:pt x="66267" y="133797"/>
                </a:cubicBezTo>
                <a:lnTo>
                  <a:pt x="59579" y="140485"/>
                </a:lnTo>
                <a:lnTo>
                  <a:pt x="60261" y="145399"/>
                </a:lnTo>
                <a:lnTo>
                  <a:pt x="44838" y="160856"/>
                </a:lnTo>
                <a:lnTo>
                  <a:pt x="45520" y="161505"/>
                </a:lnTo>
                <a:lnTo>
                  <a:pt x="61251" y="145740"/>
                </a:lnTo>
                <a:lnTo>
                  <a:pt x="60603" y="140826"/>
                </a:lnTo>
                <a:lnTo>
                  <a:pt x="66949" y="134445"/>
                </a:lnTo>
                <a:cubicBezTo>
                  <a:pt x="67239" y="134604"/>
                  <a:pt x="67527" y="134674"/>
                  <a:pt x="67799" y="134674"/>
                </a:cubicBezTo>
                <a:cubicBezTo>
                  <a:pt x="69161" y="134674"/>
                  <a:pt x="70129" y="132915"/>
                  <a:pt x="68963" y="131749"/>
                </a:cubicBezTo>
                <a:cubicBezTo>
                  <a:pt x="68601" y="131388"/>
                  <a:pt x="68183" y="131234"/>
                  <a:pt x="67778" y="131234"/>
                </a:cubicBezTo>
                <a:close/>
                <a:moveTo>
                  <a:pt x="69239" y="103243"/>
                </a:moveTo>
                <a:cubicBezTo>
                  <a:pt x="67039" y="103243"/>
                  <a:pt x="65131" y="105882"/>
                  <a:pt x="66881" y="108102"/>
                </a:cubicBezTo>
                <a:lnTo>
                  <a:pt x="39890" y="135025"/>
                </a:lnTo>
                <a:lnTo>
                  <a:pt x="35761" y="134479"/>
                </a:lnTo>
                <a:lnTo>
                  <a:pt x="28390" y="141850"/>
                </a:lnTo>
                <a:lnTo>
                  <a:pt x="28390" y="146218"/>
                </a:lnTo>
                <a:lnTo>
                  <a:pt x="11261" y="163347"/>
                </a:lnTo>
                <a:lnTo>
                  <a:pt x="11261" y="168090"/>
                </a:lnTo>
                <a:lnTo>
                  <a:pt x="0" y="179385"/>
                </a:lnTo>
                <a:lnTo>
                  <a:pt x="682" y="180034"/>
                </a:lnTo>
                <a:lnTo>
                  <a:pt x="12216" y="168500"/>
                </a:lnTo>
                <a:lnTo>
                  <a:pt x="12216" y="163723"/>
                </a:lnTo>
                <a:lnTo>
                  <a:pt x="29346" y="146627"/>
                </a:lnTo>
                <a:lnTo>
                  <a:pt x="29346" y="142259"/>
                </a:lnTo>
                <a:lnTo>
                  <a:pt x="36102" y="135503"/>
                </a:lnTo>
                <a:lnTo>
                  <a:pt x="40231" y="136083"/>
                </a:lnTo>
                <a:lnTo>
                  <a:pt x="67564" y="108750"/>
                </a:lnTo>
                <a:cubicBezTo>
                  <a:pt x="68127" y="109120"/>
                  <a:pt x="68699" y="109280"/>
                  <a:pt x="69240" y="109280"/>
                </a:cubicBezTo>
                <a:cubicBezTo>
                  <a:pt x="71647" y="109280"/>
                  <a:pt x="73450" y="106109"/>
                  <a:pt x="71249" y="104075"/>
                </a:cubicBezTo>
                <a:cubicBezTo>
                  <a:pt x="70616" y="103491"/>
                  <a:pt x="69914" y="103243"/>
                  <a:pt x="69239" y="103243"/>
                </a:cubicBezTo>
                <a:close/>
                <a:moveTo>
                  <a:pt x="105010" y="127671"/>
                </a:moveTo>
                <a:cubicBezTo>
                  <a:pt x="102873" y="127671"/>
                  <a:pt x="100956" y="130149"/>
                  <a:pt x="102540" y="132398"/>
                </a:cubicBezTo>
                <a:lnTo>
                  <a:pt x="95681" y="139256"/>
                </a:lnTo>
                <a:lnTo>
                  <a:pt x="96329" y="144204"/>
                </a:lnTo>
                <a:lnTo>
                  <a:pt x="60432" y="180102"/>
                </a:lnTo>
                <a:lnTo>
                  <a:pt x="61114" y="180784"/>
                </a:lnTo>
                <a:lnTo>
                  <a:pt x="97353" y="144545"/>
                </a:lnTo>
                <a:lnTo>
                  <a:pt x="96671" y="139598"/>
                </a:lnTo>
                <a:lnTo>
                  <a:pt x="103188" y="133080"/>
                </a:lnTo>
                <a:cubicBezTo>
                  <a:pt x="103783" y="133518"/>
                  <a:pt x="104400" y="133706"/>
                  <a:pt x="104986" y="133706"/>
                </a:cubicBezTo>
                <a:cubicBezTo>
                  <a:pt x="107322" y="133706"/>
                  <a:pt x="109158" y="130711"/>
                  <a:pt x="107112" y="128610"/>
                </a:cubicBezTo>
                <a:cubicBezTo>
                  <a:pt x="106469" y="127950"/>
                  <a:pt x="105727" y="127671"/>
                  <a:pt x="105010" y="127671"/>
                </a:cubicBezTo>
                <a:close/>
                <a:moveTo>
                  <a:pt x="86823" y="138123"/>
                </a:moveTo>
                <a:cubicBezTo>
                  <a:pt x="85686" y="138123"/>
                  <a:pt x="84626" y="139327"/>
                  <a:pt x="85273" y="140621"/>
                </a:cubicBezTo>
                <a:lnTo>
                  <a:pt x="74525" y="151370"/>
                </a:lnTo>
                <a:lnTo>
                  <a:pt x="69747" y="151370"/>
                </a:lnTo>
                <a:lnTo>
                  <a:pt x="52652" y="168500"/>
                </a:lnTo>
                <a:lnTo>
                  <a:pt x="48284" y="168500"/>
                </a:lnTo>
                <a:lnTo>
                  <a:pt x="40879" y="175836"/>
                </a:lnTo>
                <a:lnTo>
                  <a:pt x="41459" y="179999"/>
                </a:lnTo>
                <a:lnTo>
                  <a:pt x="14161" y="207298"/>
                </a:lnTo>
                <a:lnTo>
                  <a:pt x="14809" y="207980"/>
                </a:lnTo>
                <a:lnTo>
                  <a:pt x="42483" y="180341"/>
                </a:lnTo>
                <a:lnTo>
                  <a:pt x="41903" y="176178"/>
                </a:lnTo>
                <a:lnTo>
                  <a:pt x="48659" y="169421"/>
                </a:lnTo>
                <a:lnTo>
                  <a:pt x="53027" y="169421"/>
                </a:lnTo>
                <a:lnTo>
                  <a:pt x="70157" y="152326"/>
                </a:lnTo>
                <a:lnTo>
                  <a:pt x="74900" y="152326"/>
                </a:lnTo>
                <a:lnTo>
                  <a:pt x="85922" y="141304"/>
                </a:lnTo>
                <a:cubicBezTo>
                  <a:pt x="86225" y="141485"/>
                  <a:pt x="86529" y="141565"/>
                  <a:pt x="86819" y="141565"/>
                </a:cubicBezTo>
                <a:cubicBezTo>
                  <a:pt x="88159" y="141565"/>
                  <a:pt x="89160" y="139855"/>
                  <a:pt x="88037" y="138676"/>
                </a:cubicBezTo>
                <a:cubicBezTo>
                  <a:pt x="87677" y="138289"/>
                  <a:pt x="87245" y="138123"/>
                  <a:pt x="86823" y="13812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10AE4-EC4C-FFBF-5FE5-46BC104120FE}"/>
              </a:ext>
            </a:extLst>
          </p:cNvPr>
          <p:cNvSpPr/>
          <p:nvPr/>
        </p:nvSpPr>
        <p:spPr>
          <a:xfrm>
            <a:off x="5487423" y="2134848"/>
            <a:ext cx="2816772" cy="559053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  <a:lumMod val="0"/>
                </a:schemeClr>
              </a:gs>
              <a:gs pos="100000">
                <a:schemeClr val="tx1">
                  <a:lumMod val="9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4DB3A-BC29-A1D0-0E7D-305635152874}"/>
              </a:ext>
            </a:extLst>
          </p:cNvPr>
          <p:cNvSpPr/>
          <p:nvPr/>
        </p:nvSpPr>
        <p:spPr>
          <a:xfrm>
            <a:off x="5487423" y="1564129"/>
            <a:ext cx="2816772" cy="38858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  <a:lumMod val="0"/>
                </a:schemeClr>
              </a:gs>
              <a:gs pos="100000">
                <a:schemeClr val="tx1">
                  <a:lumMod val="9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D45CA9-65DE-0F63-98F4-0DFCF92F0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76" y="3315537"/>
            <a:ext cx="4584359" cy="156075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032116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686479B9-8D6B-9760-924C-B7D5B78C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0">
            <a:extLst>
              <a:ext uri="{FF2B5EF4-FFF2-40B4-BE49-F238E27FC236}">
                <a16:creationId xmlns:a16="http://schemas.microsoft.com/office/drawing/2014/main" id="{55FE0D49-C6DA-4544-807D-F76FBC95E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09786" y="626635"/>
            <a:ext cx="6256482" cy="45693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n" sz="2000" dirty="0"/>
              <a:t>03) </a:t>
            </a:r>
            <a:r>
              <a:rPr lang="en-EG" sz="2000" dirty="0"/>
              <a:t>Feature Extraction &amp; Matching </a:t>
            </a:r>
            <a:endParaRPr sz="2000" dirty="0"/>
          </a:p>
        </p:txBody>
      </p:sp>
      <p:grpSp>
        <p:nvGrpSpPr>
          <p:cNvPr id="1709" name="Google Shape;1709;p50">
            <a:extLst>
              <a:ext uri="{FF2B5EF4-FFF2-40B4-BE49-F238E27FC236}">
                <a16:creationId xmlns:a16="http://schemas.microsoft.com/office/drawing/2014/main" id="{9E0CE8BC-055F-C554-85E1-68BC319A6BAE}"/>
              </a:ext>
            </a:extLst>
          </p:cNvPr>
          <p:cNvGrpSpPr/>
          <p:nvPr/>
        </p:nvGrpSpPr>
        <p:grpSpPr>
          <a:xfrm>
            <a:off x="255314" y="839712"/>
            <a:ext cx="4926284" cy="379124"/>
            <a:chOff x="902597" y="1069304"/>
            <a:chExt cx="5921700" cy="192184"/>
          </a:xfrm>
        </p:grpSpPr>
        <p:grpSp>
          <p:nvGrpSpPr>
            <p:cNvPr id="1710" name="Google Shape;1710;p50">
              <a:extLst>
                <a:ext uri="{FF2B5EF4-FFF2-40B4-BE49-F238E27FC236}">
                  <a16:creationId xmlns:a16="http://schemas.microsoft.com/office/drawing/2014/main" id="{FE289657-586C-0803-4C97-543409690138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711" name="Google Shape;1711;p50">
                <a:extLst>
                  <a:ext uri="{FF2B5EF4-FFF2-40B4-BE49-F238E27FC236}">
                    <a16:creationId xmlns:a16="http://schemas.microsoft.com/office/drawing/2014/main" id="{B8591B69-169E-6354-84A2-DDAFA6F24192}"/>
                  </a:ext>
                </a:extLst>
              </p:cNvPr>
              <p:cNvSpPr/>
              <p:nvPr/>
            </p:nvSpPr>
            <p:spPr>
              <a:xfrm rot="-2700000" flipH="1">
                <a:off x="5574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12" name="Google Shape;1712;p50">
                <a:extLst>
                  <a:ext uri="{FF2B5EF4-FFF2-40B4-BE49-F238E27FC236}">
                    <a16:creationId xmlns:a16="http://schemas.microsoft.com/office/drawing/2014/main" id="{9536F190-4A6B-ECA3-415E-DE46086964B8}"/>
                  </a:ext>
                </a:extLst>
              </p:cNvPr>
              <p:cNvCxnSpPr>
                <a:stCxn id="1713" idx="6"/>
                <a:endCxn id="1714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14" name="Google Shape;1714;p50">
                <a:extLst>
                  <a:ext uri="{FF2B5EF4-FFF2-40B4-BE49-F238E27FC236}">
                    <a16:creationId xmlns:a16="http://schemas.microsoft.com/office/drawing/2014/main" id="{13786438-1B7A-FF56-4E4F-6D2B6F036D27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3" name="Google Shape;1713;p50">
              <a:extLst>
                <a:ext uri="{FF2B5EF4-FFF2-40B4-BE49-F238E27FC236}">
                  <a16:creationId xmlns:a16="http://schemas.microsoft.com/office/drawing/2014/main" id="{19E263EB-4849-F0BF-4D0A-23ADFDBF5F42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5" name="Google Shape;1715;p50">
            <a:extLst>
              <a:ext uri="{FF2B5EF4-FFF2-40B4-BE49-F238E27FC236}">
                <a16:creationId xmlns:a16="http://schemas.microsoft.com/office/drawing/2014/main" id="{F59BC08E-4D82-1873-328C-4EE27A3F4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216581"/>
            <a:ext cx="5181598" cy="197691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n-EG" sz="1050" dirty="0"/>
              <a:t>Extract </a:t>
            </a:r>
            <a:r>
              <a:rPr lang="en-EG" sz="1050" b="1" dirty="0"/>
              <a:t>HOG features</a:t>
            </a:r>
            <a:r>
              <a:rPr lang="en-EG" sz="1050" dirty="0"/>
              <a:t> for both templates and segmented characters.</a:t>
            </a:r>
          </a:p>
          <a:p>
            <a:pPr lvl="0"/>
            <a:r>
              <a:rPr lang="en-EG" sz="1050" dirty="0"/>
              <a:t>Compare using </a:t>
            </a:r>
            <a:r>
              <a:rPr lang="en-EG" sz="1050" b="1" dirty="0"/>
              <a:t>Chi-square distance</a:t>
            </a:r>
            <a:r>
              <a:rPr lang="en-EG" sz="1050" dirty="0"/>
              <a:t> to find the best matching template.</a:t>
            </a:r>
          </a:p>
          <a:p>
            <a:pPr lvl="0"/>
            <a:r>
              <a:rPr lang="en-EG" sz="1050" dirty="0"/>
              <a:t>Apply </a:t>
            </a:r>
            <a:r>
              <a:rPr lang="en-EG" sz="1050" b="1" dirty="0"/>
              <a:t>topology-based refinement</a:t>
            </a:r>
            <a:r>
              <a:rPr lang="en-EG" sz="1050" dirty="0"/>
              <a:t> for some characters:</a:t>
            </a:r>
          </a:p>
          <a:p>
            <a:pPr lvl="1"/>
            <a:r>
              <a:rPr lang="en-EG" sz="1050" dirty="0"/>
              <a:t>Ambiguous sets handled:</a:t>
            </a:r>
          </a:p>
          <a:p>
            <a:pPr lvl="2"/>
            <a:r>
              <a:rPr lang="en-EG" sz="800" dirty="0"/>
              <a:t>8</a:t>
            </a:r>
            <a:r>
              <a:rPr lang="en-EG" sz="1050" dirty="0"/>
              <a:t> ↔ </a:t>
            </a:r>
            <a:r>
              <a:rPr lang="en-EG" sz="800" dirty="0"/>
              <a:t>B</a:t>
            </a:r>
            <a:endParaRPr lang="en-EG" sz="1050" dirty="0"/>
          </a:p>
          <a:p>
            <a:pPr lvl="2"/>
            <a:r>
              <a:rPr lang="en-EG" sz="800" dirty="0"/>
              <a:t>C</a:t>
            </a:r>
            <a:r>
              <a:rPr lang="en-EG" sz="1050" dirty="0"/>
              <a:t> ↔ </a:t>
            </a:r>
            <a:r>
              <a:rPr lang="en-EG" sz="800" dirty="0"/>
              <a:t>G</a:t>
            </a:r>
            <a:endParaRPr lang="en-EG" sz="1050" dirty="0"/>
          </a:p>
          <a:p>
            <a:pPr lvl="2"/>
            <a:r>
              <a:rPr lang="en-EG" sz="800" dirty="0"/>
              <a:t>5</a:t>
            </a:r>
            <a:r>
              <a:rPr lang="en-EG" sz="1050" dirty="0"/>
              <a:t> ↔ </a:t>
            </a:r>
            <a:r>
              <a:rPr lang="en-EG" sz="800" dirty="0"/>
              <a:t>6</a:t>
            </a:r>
            <a:endParaRPr lang="en-EG" sz="1050" dirty="0"/>
          </a:p>
          <a:p>
            <a:pPr lvl="2"/>
            <a:r>
              <a:rPr lang="en-EG" sz="800" dirty="0"/>
              <a:t>1</a:t>
            </a:r>
            <a:r>
              <a:rPr lang="en-EG" sz="1050" dirty="0"/>
              <a:t> ↔ </a:t>
            </a:r>
            <a:r>
              <a:rPr lang="en-EG" sz="800" dirty="0"/>
              <a:t>L</a:t>
            </a:r>
            <a:endParaRPr lang="en-EG" sz="1050" dirty="0"/>
          </a:p>
          <a:p>
            <a:pPr lvl="1"/>
            <a:r>
              <a:rPr lang="en-EG" sz="1050" dirty="0"/>
              <a:t>Use </a:t>
            </a:r>
            <a:r>
              <a:rPr lang="en-EG" sz="1050" b="1" dirty="0"/>
              <a:t>Euler number (E) , connected components (C), number of holes (H) </a:t>
            </a:r>
            <a:r>
              <a:rPr lang="en-EG" sz="1050" dirty="0"/>
              <a:t>to resolve ambiguities.</a:t>
            </a:r>
          </a:p>
          <a:p>
            <a:pPr lvl="0"/>
            <a:endParaRPr lang="en-EG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5A001-1676-C90F-26A9-320421D3C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43" y="265918"/>
            <a:ext cx="3088732" cy="412644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16" name="Google Shape;1716;p50">
            <a:extLst>
              <a:ext uri="{FF2B5EF4-FFF2-40B4-BE49-F238E27FC236}">
                <a16:creationId xmlns:a16="http://schemas.microsoft.com/office/drawing/2014/main" id="{0B19C270-2C6E-066F-AC10-37BE961F6594}"/>
              </a:ext>
            </a:extLst>
          </p:cNvPr>
          <p:cNvSpPr/>
          <p:nvPr/>
        </p:nvSpPr>
        <p:spPr>
          <a:xfrm>
            <a:off x="7370679" y="2900760"/>
            <a:ext cx="2294290" cy="2537888"/>
          </a:xfrm>
          <a:custGeom>
            <a:avLst/>
            <a:gdLst/>
            <a:ahLst/>
            <a:cxnLst/>
            <a:rect l="l" t="t" r="r" b="b"/>
            <a:pathLst>
              <a:path w="188018" h="207981" extrusionOk="0">
                <a:moveTo>
                  <a:pt x="104847" y="37273"/>
                </a:moveTo>
                <a:cubicBezTo>
                  <a:pt x="103681" y="37273"/>
                  <a:pt x="102619" y="38546"/>
                  <a:pt x="103325" y="39856"/>
                </a:cubicBezTo>
                <a:lnTo>
                  <a:pt x="90699" y="52481"/>
                </a:lnTo>
                <a:lnTo>
                  <a:pt x="80155" y="50332"/>
                </a:lnTo>
                <a:lnTo>
                  <a:pt x="68110" y="62377"/>
                </a:lnTo>
                <a:cubicBezTo>
                  <a:pt x="67784" y="62168"/>
                  <a:pt x="67457" y="62078"/>
                  <a:pt x="67148" y="62078"/>
                </a:cubicBezTo>
                <a:cubicBezTo>
                  <a:pt x="65740" y="62078"/>
                  <a:pt x="64719" y="63960"/>
                  <a:pt x="66062" y="65107"/>
                </a:cubicBezTo>
                <a:lnTo>
                  <a:pt x="66028" y="65141"/>
                </a:lnTo>
                <a:cubicBezTo>
                  <a:pt x="66403" y="65580"/>
                  <a:pt x="66862" y="65764"/>
                  <a:pt x="67308" y="65764"/>
                </a:cubicBezTo>
                <a:cubicBezTo>
                  <a:pt x="68527" y="65764"/>
                  <a:pt x="69657" y="64392"/>
                  <a:pt x="68758" y="63094"/>
                </a:cubicBezTo>
                <a:lnTo>
                  <a:pt x="80462" y="51389"/>
                </a:lnTo>
                <a:lnTo>
                  <a:pt x="91006" y="53505"/>
                </a:lnTo>
                <a:lnTo>
                  <a:pt x="103973" y="40538"/>
                </a:lnTo>
                <a:cubicBezTo>
                  <a:pt x="104265" y="40696"/>
                  <a:pt x="104555" y="40765"/>
                  <a:pt x="104830" y="40765"/>
                </a:cubicBezTo>
                <a:cubicBezTo>
                  <a:pt x="106225" y="40765"/>
                  <a:pt x="107223" y="38977"/>
                  <a:pt x="106054" y="37808"/>
                </a:cubicBezTo>
                <a:cubicBezTo>
                  <a:pt x="105688" y="37433"/>
                  <a:pt x="105261" y="37273"/>
                  <a:pt x="104847" y="37273"/>
                </a:cubicBezTo>
                <a:close/>
                <a:moveTo>
                  <a:pt x="90788" y="67921"/>
                </a:moveTo>
                <a:cubicBezTo>
                  <a:pt x="91775" y="67921"/>
                  <a:pt x="92724" y="68648"/>
                  <a:pt x="92815" y="69782"/>
                </a:cubicBezTo>
                <a:cubicBezTo>
                  <a:pt x="92915" y="71032"/>
                  <a:pt x="91897" y="71952"/>
                  <a:pt x="90796" y="71952"/>
                </a:cubicBezTo>
                <a:cubicBezTo>
                  <a:pt x="90394" y="71952"/>
                  <a:pt x="89981" y="71830"/>
                  <a:pt x="89607" y="71556"/>
                </a:cubicBezTo>
                <a:lnTo>
                  <a:pt x="89198" y="71147"/>
                </a:lnTo>
                <a:cubicBezTo>
                  <a:pt x="88583" y="70328"/>
                  <a:pt x="88686" y="69236"/>
                  <a:pt x="89368" y="68519"/>
                </a:cubicBezTo>
                <a:cubicBezTo>
                  <a:pt x="89781" y="68107"/>
                  <a:pt x="90289" y="67921"/>
                  <a:pt x="90788" y="67921"/>
                </a:cubicBezTo>
                <a:close/>
                <a:moveTo>
                  <a:pt x="43920" y="77439"/>
                </a:moveTo>
                <a:cubicBezTo>
                  <a:pt x="45462" y="77439"/>
                  <a:pt x="46787" y="79443"/>
                  <a:pt x="45350" y="80906"/>
                </a:cubicBezTo>
                <a:cubicBezTo>
                  <a:pt x="44945" y="81299"/>
                  <a:pt x="44454" y="81476"/>
                  <a:pt x="43971" y="81476"/>
                </a:cubicBezTo>
                <a:cubicBezTo>
                  <a:pt x="42946" y="81476"/>
                  <a:pt x="41960" y="80679"/>
                  <a:pt x="41937" y="79473"/>
                </a:cubicBezTo>
                <a:cubicBezTo>
                  <a:pt x="41937" y="78961"/>
                  <a:pt x="42142" y="78449"/>
                  <a:pt x="42517" y="78074"/>
                </a:cubicBezTo>
                <a:cubicBezTo>
                  <a:pt x="42957" y="77626"/>
                  <a:pt x="43449" y="77439"/>
                  <a:pt x="43920" y="77439"/>
                </a:cubicBezTo>
                <a:close/>
                <a:moveTo>
                  <a:pt x="151302" y="0"/>
                </a:moveTo>
                <a:lnTo>
                  <a:pt x="90597" y="60500"/>
                </a:lnTo>
                <a:lnTo>
                  <a:pt x="80837" y="58112"/>
                </a:lnTo>
                <a:lnTo>
                  <a:pt x="56951" y="81998"/>
                </a:lnTo>
                <a:lnTo>
                  <a:pt x="46851" y="79677"/>
                </a:lnTo>
                <a:lnTo>
                  <a:pt x="46851" y="79473"/>
                </a:lnTo>
                <a:cubicBezTo>
                  <a:pt x="46851" y="77696"/>
                  <a:pt x="45400" y="76512"/>
                  <a:pt x="43880" y="76512"/>
                </a:cubicBezTo>
                <a:cubicBezTo>
                  <a:pt x="43152" y="76512"/>
                  <a:pt x="42408" y="76784"/>
                  <a:pt x="41801" y="77391"/>
                </a:cubicBezTo>
                <a:cubicBezTo>
                  <a:pt x="39958" y="79268"/>
                  <a:pt x="41255" y="82441"/>
                  <a:pt x="43916" y="82441"/>
                </a:cubicBezTo>
                <a:cubicBezTo>
                  <a:pt x="45111" y="82441"/>
                  <a:pt x="46203" y="81725"/>
                  <a:pt x="46680" y="80599"/>
                </a:cubicBezTo>
                <a:lnTo>
                  <a:pt x="57293" y="83022"/>
                </a:lnTo>
                <a:lnTo>
                  <a:pt x="81145" y="59135"/>
                </a:lnTo>
                <a:lnTo>
                  <a:pt x="90870" y="61558"/>
                </a:lnTo>
                <a:lnTo>
                  <a:pt x="151984" y="682"/>
                </a:lnTo>
                <a:lnTo>
                  <a:pt x="151302" y="0"/>
                </a:lnTo>
                <a:close/>
                <a:moveTo>
                  <a:pt x="123259" y="58211"/>
                </a:moveTo>
                <a:cubicBezTo>
                  <a:pt x="122084" y="58211"/>
                  <a:pt x="121008" y="59490"/>
                  <a:pt x="121717" y="60807"/>
                </a:cubicBezTo>
                <a:lnTo>
                  <a:pt x="101380" y="81179"/>
                </a:lnTo>
                <a:lnTo>
                  <a:pt x="92200" y="84659"/>
                </a:lnTo>
                <a:cubicBezTo>
                  <a:pt x="92132" y="84591"/>
                  <a:pt x="92064" y="84489"/>
                  <a:pt x="91962" y="84386"/>
                </a:cubicBezTo>
                <a:cubicBezTo>
                  <a:pt x="91606" y="84040"/>
                  <a:pt x="91190" y="83891"/>
                  <a:pt x="90784" y="83891"/>
                </a:cubicBezTo>
                <a:cubicBezTo>
                  <a:pt x="89673" y="83891"/>
                  <a:pt x="88647" y="85013"/>
                  <a:pt x="89198" y="86263"/>
                </a:cubicBezTo>
                <a:cubicBezTo>
                  <a:pt x="89496" y="86989"/>
                  <a:pt x="90121" y="87317"/>
                  <a:pt x="90746" y="87317"/>
                </a:cubicBezTo>
                <a:cubicBezTo>
                  <a:pt x="91620" y="87317"/>
                  <a:pt x="92493" y="86675"/>
                  <a:pt x="92473" y="85581"/>
                </a:cubicBezTo>
                <a:lnTo>
                  <a:pt x="101926" y="81998"/>
                </a:lnTo>
                <a:lnTo>
                  <a:pt x="122399" y="61456"/>
                </a:lnTo>
                <a:cubicBezTo>
                  <a:pt x="122691" y="61613"/>
                  <a:pt x="122982" y="61682"/>
                  <a:pt x="123256" y="61682"/>
                </a:cubicBezTo>
                <a:cubicBezTo>
                  <a:pt x="124650" y="61682"/>
                  <a:pt x="125644" y="59895"/>
                  <a:pt x="124447" y="58726"/>
                </a:cubicBezTo>
                <a:cubicBezTo>
                  <a:pt x="124086" y="58365"/>
                  <a:pt x="123667" y="58211"/>
                  <a:pt x="123259" y="58211"/>
                </a:cubicBezTo>
                <a:close/>
                <a:moveTo>
                  <a:pt x="110386" y="91267"/>
                </a:moveTo>
                <a:cubicBezTo>
                  <a:pt x="110877" y="91267"/>
                  <a:pt x="111379" y="91451"/>
                  <a:pt x="111787" y="91859"/>
                </a:cubicBezTo>
                <a:cubicBezTo>
                  <a:pt x="112572" y="92644"/>
                  <a:pt x="112572" y="93907"/>
                  <a:pt x="111787" y="94692"/>
                </a:cubicBezTo>
                <a:cubicBezTo>
                  <a:pt x="111377" y="95101"/>
                  <a:pt x="110874" y="95285"/>
                  <a:pt x="110381" y="95285"/>
                </a:cubicBezTo>
                <a:cubicBezTo>
                  <a:pt x="109355" y="95285"/>
                  <a:pt x="108375" y="94491"/>
                  <a:pt x="108375" y="93293"/>
                </a:cubicBezTo>
                <a:cubicBezTo>
                  <a:pt x="108375" y="92069"/>
                  <a:pt x="109358" y="91267"/>
                  <a:pt x="110386" y="91267"/>
                </a:cubicBezTo>
                <a:close/>
                <a:moveTo>
                  <a:pt x="148026" y="29551"/>
                </a:moveTo>
                <a:lnTo>
                  <a:pt x="131305" y="46305"/>
                </a:lnTo>
                <a:lnTo>
                  <a:pt x="130896" y="58453"/>
                </a:lnTo>
                <a:lnTo>
                  <a:pt x="110047" y="79336"/>
                </a:lnTo>
                <a:lnTo>
                  <a:pt x="110047" y="90324"/>
                </a:lnTo>
                <a:cubicBezTo>
                  <a:pt x="106396" y="90699"/>
                  <a:pt x="106532" y="96057"/>
                  <a:pt x="110183" y="96261"/>
                </a:cubicBezTo>
                <a:cubicBezTo>
                  <a:pt x="110248" y="96266"/>
                  <a:pt x="110313" y="96268"/>
                  <a:pt x="110377" y="96268"/>
                </a:cubicBezTo>
                <a:cubicBezTo>
                  <a:pt x="111832" y="96268"/>
                  <a:pt x="113094" y="95173"/>
                  <a:pt x="113323" y="93702"/>
                </a:cubicBezTo>
                <a:cubicBezTo>
                  <a:pt x="113527" y="92167"/>
                  <a:pt x="112504" y="90733"/>
                  <a:pt x="111002" y="90392"/>
                </a:cubicBezTo>
                <a:lnTo>
                  <a:pt x="111002" y="79712"/>
                </a:lnTo>
                <a:lnTo>
                  <a:pt x="131851" y="58862"/>
                </a:lnTo>
                <a:lnTo>
                  <a:pt x="132227" y="46715"/>
                </a:lnTo>
                <a:lnTo>
                  <a:pt x="148674" y="30233"/>
                </a:lnTo>
                <a:lnTo>
                  <a:pt x="148026" y="29551"/>
                </a:lnTo>
                <a:close/>
                <a:moveTo>
                  <a:pt x="92272" y="97179"/>
                </a:moveTo>
                <a:cubicBezTo>
                  <a:pt x="90686" y="97179"/>
                  <a:pt x="89163" y="98403"/>
                  <a:pt x="89163" y="100254"/>
                </a:cubicBezTo>
                <a:lnTo>
                  <a:pt x="89163" y="100288"/>
                </a:lnTo>
                <a:cubicBezTo>
                  <a:pt x="89163" y="101960"/>
                  <a:pt x="90528" y="103325"/>
                  <a:pt x="92235" y="103325"/>
                </a:cubicBezTo>
                <a:cubicBezTo>
                  <a:pt x="94964" y="103325"/>
                  <a:pt x="96329" y="100015"/>
                  <a:pt x="94418" y="98070"/>
                </a:cubicBezTo>
                <a:cubicBezTo>
                  <a:pt x="93792" y="97455"/>
                  <a:pt x="93025" y="97179"/>
                  <a:pt x="92272" y="97179"/>
                </a:cubicBezTo>
                <a:close/>
                <a:moveTo>
                  <a:pt x="92235" y="94658"/>
                </a:moveTo>
                <a:cubicBezTo>
                  <a:pt x="97217" y="94658"/>
                  <a:pt x="99708" y="100697"/>
                  <a:pt x="96193" y="104212"/>
                </a:cubicBezTo>
                <a:cubicBezTo>
                  <a:pt x="95057" y="105348"/>
                  <a:pt x="93657" y="105856"/>
                  <a:pt x="92283" y="105856"/>
                </a:cubicBezTo>
                <a:cubicBezTo>
                  <a:pt x="89405" y="105856"/>
                  <a:pt x="86638" y="103626"/>
                  <a:pt x="86638" y="100254"/>
                </a:cubicBezTo>
                <a:cubicBezTo>
                  <a:pt x="86638" y="97183"/>
                  <a:pt x="89163" y="94692"/>
                  <a:pt x="92235" y="94692"/>
                </a:cubicBezTo>
                <a:lnTo>
                  <a:pt x="92235" y="94658"/>
                </a:lnTo>
                <a:close/>
                <a:moveTo>
                  <a:pt x="92262" y="93708"/>
                </a:moveTo>
                <a:cubicBezTo>
                  <a:pt x="88908" y="93708"/>
                  <a:pt x="85683" y="96311"/>
                  <a:pt x="85683" y="100254"/>
                </a:cubicBezTo>
                <a:cubicBezTo>
                  <a:pt x="85683" y="103871"/>
                  <a:pt x="88618" y="106805"/>
                  <a:pt x="92235" y="106805"/>
                </a:cubicBezTo>
                <a:cubicBezTo>
                  <a:pt x="98070" y="106805"/>
                  <a:pt x="100970" y="99742"/>
                  <a:pt x="96841" y="95647"/>
                </a:cubicBezTo>
                <a:cubicBezTo>
                  <a:pt x="95513" y="94308"/>
                  <a:pt x="93873" y="93708"/>
                  <a:pt x="92262" y="93708"/>
                </a:cubicBezTo>
                <a:close/>
                <a:moveTo>
                  <a:pt x="69190" y="104191"/>
                </a:moveTo>
                <a:cubicBezTo>
                  <a:pt x="70748" y="104191"/>
                  <a:pt x="72072" y="106195"/>
                  <a:pt x="70635" y="107658"/>
                </a:cubicBezTo>
                <a:cubicBezTo>
                  <a:pt x="70259" y="108034"/>
                  <a:pt x="69747" y="108238"/>
                  <a:pt x="69202" y="108238"/>
                </a:cubicBezTo>
                <a:cubicBezTo>
                  <a:pt x="67427" y="108238"/>
                  <a:pt x="66540" y="106123"/>
                  <a:pt x="67768" y="104826"/>
                </a:cubicBezTo>
                <a:cubicBezTo>
                  <a:pt x="68216" y="104379"/>
                  <a:pt x="68714" y="104191"/>
                  <a:pt x="69190" y="104191"/>
                </a:cubicBezTo>
                <a:close/>
                <a:moveTo>
                  <a:pt x="92235" y="92167"/>
                </a:moveTo>
                <a:cubicBezTo>
                  <a:pt x="99435" y="92167"/>
                  <a:pt x="103052" y="100902"/>
                  <a:pt x="97967" y="105986"/>
                </a:cubicBezTo>
                <a:cubicBezTo>
                  <a:pt x="96309" y="107644"/>
                  <a:pt x="94272" y="108386"/>
                  <a:pt x="92275" y="108386"/>
                </a:cubicBezTo>
                <a:cubicBezTo>
                  <a:pt x="88106" y="108386"/>
                  <a:pt x="84113" y="105156"/>
                  <a:pt x="84113" y="100288"/>
                </a:cubicBezTo>
                <a:cubicBezTo>
                  <a:pt x="84147" y="95805"/>
                  <a:pt x="87731" y="92200"/>
                  <a:pt x="92172" y="92200"/>
                </a:cubicBezTo>
                <a:cubicBezTo>
                  <a:pt x="92193" y="92200"/>
                  <a:pt x="92214" y="92200"/>
                  <a:pt x="92235" y="92201"/>
                </a:cubicBezTo>
                <a:lnTo>
                  <a:pt x="92235" y="92167"/>
                </a:lnTo>
                <a:close/>
                <a:moveTo>
                  <a:pt x="92235" y="91245"/>
                </a:moveTo>
                <a:cubicBezTo>
                  <a:pt x="87253" y="91245"/>
                  <a:pt x="83192" y="95272"/>
                  <a:pt x="83192" y="100288"/>
                </a:cubicBezTo>
                <a:cubicBezTo>
                  <a:pt x="83192" y="105734"/>
                  <a:pt x="87640" y="109339"/>
                  <a:pt x="92283" y="109339"/>
                </a:cubicBezTo>
                <a:cubicBezTo>
                  <a:pt x="94505" y="109339"/>
                  <a:pt x="96771" y="108513"/>
                  <a:pt x="98616" y="106669"/>
                </a:cubicBezTo>
                <a:cubicBezTo>
                  <a:pt x="104314" y="100970"/>
                  <a:pt x="100288" y="91245"/>
                  <a:pt x="92235" y="91245"/>
                </a:cubicBezTo>
                <a:close/>
                <a:moveTo>
                  <a:pt x="187370" y="46169"/>
                </a:moveTo>
                <a:lnTo>
                  <a:pt x="159730" y="73808"/>
                </a:lnTo>
                <a:lnTo>
                  <a:pt x="160276" y="77971"/>
                </a:lnTo>
                <a:lnTo>
                  <a:pt x="153520" y="84728"/>
                </a:lnTo>
                <a:lnTo>
                  <a:pt x="149152" y="84728"/>
                </a:lnTo>
                <a:lnTo>
                  <a:pt x="132022" y="101857"/>
                </a:lnTo>
                <a:lnTo>
                  <a:pt x="127279" y="101857"/>
                </a:lnTo>
                <a:lnTo>
                  <a:pt x="116257" y="112879"/>
                </a:lnTo>
                <a:cubicBezTo>
                  <a:pt x="115954" y="112698"/>
                  <a:pt x="115650" y="112618"/>
                  <a:pt x="115360" y="112618"/>
                </a:cubicBezTo>
                <a:cubicBezTo>
                  <a:pt x="114020" y="112618"/>
                  <a:pt x="113019" y="114328"/>
                  <a:pt x="114142" y="115507"/>
                </a:cubicBezTo>
                <a:cubicBezTo>
                  <a:pt x="114498" y="115891"/>
                  <a:pt x="114926" y="116054"/>
                  <a:pt x="115344" y="116054"/>
                </a:cubicBezTo>
                <a:cubicBezTo>
                  <a:pt x="116486" y="116054"/>
                  <a:pt x="117555" y="114835"/>
                  <a:pt x="116906" y="113562"/>
                </a:cubicBezTo>
                <a:lnTo>
                  <a:pt x="127654" y="102813"/>
                </a:lnTo>
                <a:lnTo>
                  <a:pt x="132431" y="102813"/>
                </a:lnTo>
                <a:lnTo>
                  <a:pt x="149527" y="85683"/>
                </a:lnTo>
                <a:lnTo>
                  <a:pt x="153895" y="85683"/>
                </a:lnTo>
                <a:lnTo>
                  <a:pt x="161300" y="78278"/>
                </a:lnTo>
                <a:lnTo>
                  <a:pt x="160719" y="74150"/>
                </a:lnTo>
                <a:lnTo>
                  <a:pt x="188018" y="46851"/>
                </a:lnTo>
                <a:lnTo>
                  <a:pt x="187370" y="46169"/>
                </a:lnTo>
                <a:close/>
                <a:moveTo>
                  <a:pt x="80872" y="112743"/>
                </a:moveTo>
                <a:lnTo>
                  <a:pt x="80872" y="116189"/>
                </a:lnTo>
                <a:lnTo>
                  <a:pt x="84318" y="116189"/>
                </a:lnTo>
                <a:lnTo>
                  <a:pt x="84318" y="112743"/>
                </a:lnTo>
                <a:close/>
                <a:moveTo>
                  <a:pt x="87048" y="112743"/>
                </a:moveTo>
                <a:lnTo>
                  <a:pt x="87048" y="116189"/>
                </a:lnTo>
                <a:lnTo>
                  <a:pt x="90494" y="116189"/>
                </a:lnTo>
                <a:lnTo>
                  <a:pt x="90494" y="112743"/>
                </a:lnTo>
                <a:close/>
                <a:moveTo>
                  <a:pt x="100553" y="113009"/>
                </a:moveTo>
                <a:cubicBezTo>
                  <a:pt x="101566" y="113009"/>
                  <a:pt x="102574" y="113744"/>
                  <a:pt x="102574" y="115029"/>
                </a:cubicBezTo>
                <a:cubicBezTo>
                  <a:pt x="102574" y="115541"/>
                  <a:pt x="102369" y="116053"/>
                  <a:pt x="101994" y="116462"/>
                </a:cubicBezTo>
                <a:cubicBezTo>
                  <a:pt x="101571" y="116876"/>
                  <a:pt x="101077" y="117054"/>
                  <a:pt x="100596" y="117054"/>
                </a:cubicBezTo>
                <a:cubicBezTo>
                  <a:pt x="99293" y="117054"/>
                  <a:pt x="98095" y="115740"/>
                  <a:pt x="98718" y="114244"/>
                </a:cubicBezTo>
                <a:cubicBezTo>
                  <a:pt x="99077" y="113397"/>
                  <a:pt x="99816" y="113009"/>
                  <a:pt x="100553" y="113009"/>
                </a:cubicBezTo>
                <a:close/>
                <a:moveTo>
                  <a:pt x="156625" y="34771"/>
                </a:moveTo>
                <a:lnTo>
                  <a:pt x="139904" y="51492"/>
                </a:lnTo>
                <a:lnTo>
                  <a:pt x="139495" y="63674"/>
                </a:lnTo>
                <a:lnTo>
                  <a:pt x="118646" y="84557"/>
                </a:lnTo>
                <a:lnTo>
                  <a:pt x="118646" y="95784"/>
                </a:lnTo>
                <a:lnTo>
                  <a:pt x="102028" y="112436"/>
                </a:lnTo>
                <a:cubicBezTo>
                  <a:pt x="101584" y="112197"/>
                  <a:pt x="101072" y="112060"/>
                  <a:pt x="100561" y="112060"/>
                </a:cubicBezTo>
                <a:cubicBezTo>
                  <a:pt x="97319" y="112060"/>
                  <a:pt x="96398" y="116496"/>
                  <a:pt x="99366" y="117793"/>
                </a:cubicBezTo>
                <a:cubicBezTo>
                  <a:pt x="99791" y="117979"/>
                  <a:pt x="100209" y="118062"/>
                  <a:pt x="100607" y="118062"/>
                </a:cubicBezTo>
                <a:cubicBezTo>
                  <a:pt x="102988" y="118062"/>
                  <a:pt x="104645" y="115067"/>
                  <a:pt x="102744" y="113050"/>
                </a:cubicBezTo>
                <a:lnTo>
                  <a:pt x="119601" y="96159"/>
                </a:lnTo>
                <a:lnTo>
                  <a:pt x="119601" y="84967"/>
                </a:lnTo>
                <a:lnTo>
                  <a:pt x="140450" y="64083"/>
                </a:lnTo>
                <a:lnTo>
                  <a:pt x="140826" y="51901"/>
                </a:lnTo>
                <a:lnTo>
                  <a:pt x="157307" y="35420"/>
                </a:lnTo>
                <a:lnTo>
                  <a:pt x="156625" y="34771"/>
                </a:lnTo>
                <a:close/>
                <a:moveTo>
                  <a:pt x="80872" y="118510"/>
                </a:moveTo>
                <a:lnTo>
                  <a:pt x="80872" y="121956"/>
                </a:lnTo>
                <a:lnTo>
                  <a:pt x="84318" y="121956"/>
                </a:lnTo>
                <a:lnTo>
                  <a:pt x="84318" y="118510"/>
                </a:lnTo>
                <a:close/>
                <a:moveTo>
                  <a:pt x="87048" y="118510"/>
                </a:moveTo>
                <a:lnTo>
                  <a:pt x="87048" y="121956"/>
                </a:lnTo>
                <a:lnTo>
                  <a:pt x="90494" y="121956"/>
                </a:lnTo>
                <a:lnTo>
                  <a:pt x="90494" y="118510"/>
                </a:lnTo>
                <a:close/>
                <a:moveTo>
                  <a:pt x="80872" y="124242"/>
                </a:moveTo>
                <a:lnTo>
                  <a:pt x="80872" y="127689"/>
                </a:lnTo>
                <a:lnTo>
                  <a:pt x="84318" y="127689"/>
                </a:lnTo>
                <a:lnTo>
                  <a:pt x="84318" y="124242"/>
                </a:lnTo>
                <a:close/>
                <a:moveTo>
                  <a:pt x="104946" y="128680"/>
                </a:moveTo>
                <a:cubicBezTo>
                  <a:pt x="106242" y="128680"/>
                  <a:pt x="107425" y="129988"/>
                  <a:pt x="106805" y="131476"/>
                </a:cubicBezTo>
                <a:cubicBezTo>
                  <a:pt x="106461" y="132323"/>
                  <a:pt x="105723" y="132711"/>
                  <a:pt x="104985" y="132711"/>
                </a:cubicBezTo>
                <a:cubicBezTo>
                  <a:pt x="103968" y="132711"/>
                  <a:pt x="102949" y="131976"/>
                  <a:pt x="102949" y="130692"/>
                </a:cubicBezTo>
                <a:cubicBezTo>
                  <a:pt x="102949" y="130180"/>
                  <a:pt x="103154" y="129668"/>
                  <a:pt x="103529" y="129292"/>
                </a:cubicBezTo>
                <a:cubicBezTo>
                  <a:pt x="103958" y="128864"/>
                  <a:pt x="104460" y="128680"/>
                  <a:pt x="104946" y="128680"/>
                </a:cubicBezTo>
                <a:close/>
                <a:moveTo>
                  <a:pt x="80872" y="130009"/>
                </a:moveTo>
                <a:lnTo>
                  <a:pt x="80872" y="133455"/>
                </a:lnTo>
                <a:lnTo>
                  <a:pt x="84318" y="133455"/>
                </a:lnTo>
                <a:lnTo>
                  <a:pt x="84318" y="130009"/>
                </a:lnTo>
                <a:close/>
                <a:moveTo>
                  <a:pt x="90838" y="66912"/>
                </a:moveTo>
                <a:cubicBezTo>
                  <a:pt x="88660" y="66912"/>
                  <a:pt x="86731" y="69525"/>
                  <a:pt x="88447" y="71761"/>
                </a:cubicBezTo>
                <a:lnTo>
                  <a:pt x="83192" y="77016"/>
                </a:lnTo>
                <a:lnTo>
                  <a:pt x="75037" y="78278"/>
                </a:lnTo>
                <a:lnTo>
                  <a:pt x="70430" y="82885"/>
                </a:lnTo>
                <a:lnTo>
                  <a:pt x="69713" y="90460"/>
                </a:lnTo>
                <a:lnTo>
                  <a:pt x="18222" y="141952"/>
                </a:lnTo>
                <a:lnTo>
                  <a:pt x="18904" y="142635"/>
                </a:lnTo>
                <a:lnTo>
                  <a:pt x="70601" y="90904"/>
                </a:lnTo>
                <a:lnTo>
                  <a:pt x="71351" y="83329"/>
                </a:lnTo>
                <a:lnTo>
                  <a:pt x="75480" y="79200"/>
                </a:lnTo>
                <a:lnTo>
                  <a:pt x="83601" y="77903"/>
                </a:lnTo>
                <a:lnTo>
                  <a:pt x="89129" y="72409"/>
                </a:lnTo>
                <a:cubicBezTo>
                  <a:pt x="89701" y="72801"/>
                  <a:pt x="90283" y="72970"/>
                  <a:pt x="90834" y="72970"/>
                </a:cubicBezTo>
                <a:cubicBezTo>
                  <a:pt x="93212" y="72970"/>
                  <a:pt x="95010" y="69818"/>
                  <a:pt x="92849" y="67768"/>
                </a:cubicBezTo>
                <a:cubicBezTo>
                  <a:pt x="92223" y="67167"/>
                  <a:pt x="91519" y="66912"/>
                  <a:pt x="90838" y="66912"/>
                </a:cubicBezTo>
                <a:close/>
                <a:moveTo>
                  <a:pt x="102784" y="151861"/>
                </a:moveTo>
                <a:cubicBezTo>
                  <a:pt x="103186" y="151861"/>
                  <a:pt x="103599" y="151984"/>
                  <a:pt x="103973" y="152257"/>
                </a:cubicBezTo>
                <a:lnTo>
                  <a:pt x="104416" y="152701"/>
                </a:lnTo>
                <a:cubicBezTo>
                  <a:pt x="104997" y="153486"/>
                  <a:pt x="104928" y="154578"/>
                  <a:pt x="104212" y="155294"/>
                </a:cubicBezTo>
                <a:cubicBezTo>
                  <a:pt x="103807" y="155711"/>
                  <a:pt x="103296" y="155900"/>
                  <a:pt x="102792" y="155900"/>
                </a:cubicBezTo>
                <a:cubicBezTo>
                  <a:pt x="101810" y="155900"/>
                  <a:pt x="100856" y="155182"/>
                  <a:pt x="100765" y="154032"/>
                </a:cubicBezTo>
                <a:cubicBezTo>
                  <a:pt x="100665" y="152782"/>
                  <a:pt x="101683" y="151861"/>
                  <a:pt x="102784" y="151861"/>
                </a:cubicBezTo>
                <a:close/>
                <a:moveTo>
                  <a:pt x="174710" y="81179"/>
                </a:moveTo>
                <a:lnTo>
                  <a:pt x="122979" y="132910"/>
                </a:lnTo>
                <a:lnTo>
                  <a:pt x="122263" y="140485"/>
                </a:lnTo>
                <a:lnTo>
                  <a:pt x="118100" y="144614"/>
                </a:lnTo>
                <a:lnTo>
                  <a:pt x="109979" y="145910"/>
                </a:lnTo>
                <a:lnTo>
                  <a:pt x="104485" y="151438"/>
                </a:lnTo>
                <a:cubicBezTo>
                  <a:pt x="103903" y="151044"/>
                  <a:pt x="103312" y="150874"/>
                  <a:pt x="102754" y="150874"/>
                </a:cubicBezTo>
                <a:cubicBezTo>
                  <a:pt x="100363" y="150874"/>
                  <a:pt x="98573" y="153998"/>
                  <a:pt x="100731" y="156045"/>
                </a:cubicBezTo>
                <a:cubicBezTo>
                  <a:pt x="101368" y="156650"/>
                  <a:pt x="102082" y="156906"/>
                  <a:pt x="102768" y="156906"/>
                </a:cubicBezTo>
                <a:cubicBezTo>
                  <a:pt x="104949" y="156906"/>
                  <a:pt x="106854" y="154319"/>
                  <a:pt x="105167" y="152087"/>
                </a:cubicBezTo>
                <a:lnTo>
                  <a:pt x="110422" y="146798"/>
                </a:lnTo>
                <a:lnTo>
                  <a:pt x="118578" y="145535"/>
                </a:lnTo>
                <a:lnTo>
                  <a:pt x="123184" y="140928"/>
                </a:lnTo>
                <a:lnTo>
                  <a:pt x="123901" y="133353"/>
                </a:lnTo>
                <a:lnTo>
                  <a:pt x="175392" y="81861"/>
                </a:lnTo>
                <a:lnTo>
                  <a:pt x="174710" y="81179"/>
                </a:lnTo>
                <a:close/>
                <a:moveTo>
                  <a:pt x="67778" y="131234"/>
                </a:moveTo>
                <a:cubicBezTo>
                  <a:pt x="66614" y="131234"/>
                  <a:pt x="65558" y="132506"/>
                  <a:pt x="66267" y="133797"/>
                </a:cubicBezTo>
                <a:lnTo>
                  <a:pt x="59579" y="140485"/>
                </a:lnTo>
                <a:lnTo>
                  <a:pt x="60261" y="145399"/>
                </a:lnTo>
                <a:lnTo>
                  <a:pt x="44838" y="160856"/>
                </a:lnTo>
                <a:lnTo>
                  <a:pt x="45520" y="161505"/>
                </a:lnTo>
                <a:lnTo>
                  <a:pt x="61251" y="145740"/>
                </a:lnTo>
                <a:lnTo>
                  <a:pt x="60603" y="140826"/>
                </a:lnTo>
                <a:lnTo>
                  <a:pt x="66949" y="134445"/>
                </a:lnTo>
                <a:cubicBezTo>
                  <a:pt x="67239" y="134604"/>
                  <a:pt x="67527" y="134674"/>
                  <a:pt x="67799" y="134674"/>
                </a:cubicBezTo>
                <a:cubicBezTo>
                  <a:pt x="69161" y="134674"/>
                  <a:pt x="70129" y="132915"/>
                  <a:pt x="68963" y="131749"/>
                </a:cubicBezTo>
                <a:cubicBezTo>
                  <a:pt x="68601" y="131388"/>
                  <a:pt x="68183" y="131234"/>
                  <a:pt x="67778" y="131234"/>
                </a:cubicBezTo>
                <a:close/>
                <a:moveTo>
                  <a:pt x="69239" y="103243"/>
                </a:moveTo>
                <a:cubicBezTo>
                  <a:pt x="67039" y="103243"/>
                  <a:pt x="65131" y="105882"/>
                  <a:pt x="66881" y="108102"/>
                </a:cubicBezTo>
                <a:lnTo>
                  <a:pt x="39890" y="135025"/>
                </a:lnTo>
                <a:lnTo>
                  <a:pt x="35761" y="134479"/>
                </a:lnTo>
                <a:lnTo>
                  <a:pt x="28390" y="141850"/>
                </a:lnTo>
                <a:lnTo>
                  <a:pt x="28390" y="146218"/>
                </a:lnTo>
                <a:lnTo>
                  <a:pt x="11261" y="163347"/>
                </a:lnTo>
                <a:lnTo>
                  <a:pt x="11261" y="168090"/>
                </a:lnTo>
                <a:lnTo>
                  <a:pt x="0" y="179385"/>
                </a:lnTo>
                <a:lnTo>
                  <a:pt x="682" y="180034"/>
                </a:lnTo>
                <a:lnTo>
                  <a:pt x="12216" y="168500"/>
                </a:lnTo>
                <a:lnTo>
                  <a:pt x="12216" y="163723"/>
                </a:lnTo>
                <a:lnTo>
                  <a:pt x="29346" y="146627"/>
                </a:lnTo>
                <a:lnTo>
                  <a:pt x="29346" y="142259"/>
                </a:lnTo>
                <a:lnTo>
                  <a:pt x="36102" y="135503"/>
                </a:lnTo>
                <a:lnTo>
                  <a:pt x="40231" y="136083"/>
                </a:lnTo>
                <a:lnTo>
                  <a:pt x="67564" y="108750"/>
                </a:lnTo>
                <a:cubicBezTo>
                  <a:pt x="68127" y="109120"/>
                  <a:pt x="68699" y="109280"/>
                  <a:pt x="69240" y="109280"/>
                </a:cubicBezTo>
                <a:cubicBezTo>
                  <a:pt x="71647" y="109280"/>
                  <a:pt x="73450" y="106109"/>
                  <a:pt x="71249" y="104075"/>
                </a:cubicBezTo>
                <a:cubicBezTo>
                  <a:pt x="70616" y="103491"/>
                  <a:pt x="69914" y="103243"/>
                  <a:pt x="69239" y="103243"/>
                </a:cubicBezTo>
                <a:close/>
                <a:moveTo>
                  <a:pt x="105010" y="127671"/>
                </a:moveTo>
                <a:cubicBezTo>
                  <a:pt x="102873" y="127671"/>
                  <a:pt x="100956" y="130149"/>
                  <a:pt x="102540" y="132398"/>
                </a:cubicBezTo>
                <a:lnTo>
                  <a:pt x="95681" y="139256"/>
                </a:lnTo>
                <a:lnTo>
                  <a:pt x="96329" y="144204"/>
                </a:lnTo>
                <a:lnTo>
                  <a:pt x="60432" y="180102"/>
                </a:lnTo>
                <a:lnTo>
                  <a:pt x="61114" y="180784"/>
                </a:lnTo>
                <a:lnTo>
                  <a:pt x="97353" y="144545"/>
                </a:lnTo>
                <a:lnTo>
                  <a:pt x="96671" y="139598"/>
                </a:lnTo>
                <a:lnTo>
                  <a:pt x="103188" y="133080"/>
                </a:lnTo>
                <a:cubicBezTo>
                  <a:pt x="103783" y="133518"/>
                  <a:pt x="104400" y="133706"/>
                  <a:pt x="104986" y="133706"/>
                </a:cubicBezTo>
                <a:cubicBezTo>
                  <a:pt x="107322" y="133706"/>
                  <a:pt x="109158" y="130711"/>
                  <a:pt x="107112" y="128610"/>
                </a:cubicBezTo>
                <a:cubicBezTo>
                  <a:pt x="106469" y="127950"/>
                  <a:pt x="105727" y="127671"/>
                  <a:pt x="105010" y="127671"/>
                </a:cubicBezTo>
                <a:close/>
                <a:moveTo>
                  <a:pt x="86823" y="138123"/>
                </a:moveTo>
                <a:cubicBezTo>
                  <a:pt x="85686" y="138123"/>
                  <a:pt x="84626" y="139327"/>
                  <a:pt x="85273" y="140621"/>
                </a:cubicBezTo>
                <a:lnTo>
                  <a:pt x="74525" y="151370"/>
                </a:lnTo>
                <a:lnTo>
                  <a:pt x="69747" y="151370"/>
                </a:lnTo>
                <a:lnTo>
                  <a:pt x="52652" y="168500"/>
                </a:lnTo>
                <a:lnTo>
                  <a:pt x="48284" y="168500"/>
                </a:lnTo>
                <a:lnTo>
                  <a:pt x="40879" y="175836"/>
                </a:lnTo>
                <a:lnTo>
                  <a:pt x="41459" y="179999"/>
                </a:lnTo>
                <a:lnTo>
                  <a:pt x="14161" y="207298"/>
                </a:lnTo>
                <a:lnTo>
                  <a:pt x="14809" y="207980"/>
                </a:lnTo>
                <a:lnTo>
                  <a:pt x="42483" y="180341"/>
                </a:lnTo>
                <a:lnTo>
                  <a:pt x="41903" y="176178"/>
                </a:lnTo>
                <a:lnTo>
                  <a:pt x="48659" y="169421"/>
                </a:lnTo>
                <a:lnTo>
                  <a:pt x="53027" y="169421"/>
                </a:lnTo>
                <a:lnTo>
                  <a:pt x="70157" y="152326"/>
                </a:lnTo>
                <a:lnTo>
                  <a:pt x="74900" y="152326"/>
                </a:lnTo>
                <a:lnTo>
                  <a:pt x="85922" y="141304"/>
                </a:lnTo>
                <a:cubicBezTo>
                  <a:pt x="86225" y="141485"/>
                  <a:pt x="86529" y="141565"/>
                  <a:pt x="86819" y="141565"/>
                </a:cubicBezTo>
                <a:cubicBezTo>
                  <a:pt x="88159" y="141565"/>
                  <a:pt x="89160" y="139855"/>
                  <a:pt x="88037" y="138676"/>
                </a:cubicBezTo>
                <a:cubicBezTo>
                  <a:pt x="87677" y="138289"/>
                  <a:pt x="87245" y="138123"/>
                  <a:pt x="86823" y="13812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C92AA-F001-E551-9E79-E20EEA110778}"/>
              </a:ext>
            </a:extLst>
          </p:cNvPr>
          <p:cNvSpPr/>
          <p:nvPr/>
        </p:nvSpPr>
        <p:spPr>
          <a:xfrm>
            <a:off x="5487423" y="2995448"/>
            <a:ext cx="2826260" cy="511297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  <a:lumMod val="0"/>
                </a:schemeClr>
              </a:gs>
              <a:gs pos="100000">
                <a:schemeClr val="tx1">
                  <a:lumMod val="9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A1B0E5-2C6D-AAA1-EE2E-2D16C33DB3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4559" y="3324586"/>
            <a:ext cx="3947792" cy="156075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9984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CD20B28B-9B57-276D-3CDA-119B9487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0">
            <a:extLst>
              <a:ext uri="{FF2B5EF4-FFF2-40B4-BE49-F238E27FC236}">
                <a16:creationId xmlns:a16="http://schemas.microsoft.com/office/drawing/2014/main" id="{12E878FA-94F4-041A-0365-FB950067D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09786" y="626635"/>
            <a:ext cx="6256482" cy="45693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n" sz="2000" dirty="0"/>
              <a:t>04) </a:t>
            </a:r>
            <a:r>
              <a:rPr lang="en-EG" sz="2000" dirty="0"/>
              <a:t>Output and visulization</a:t>
            </a:r>
            <a:endParaRPr sz="2000" dirty="0"/>
          </a:p>
        </p:txBody>
      </p:sp>
      <p:grpSp>
        <p:nvGrpSpPr>
          <p:cNvPr id="1709" name="Google Shape;1709;p50">
            <a:extLst>
              <a:ext uri="{FF2B5EF4-FFF2-40B4-BE49-F238E27FC236}">
                <a16:creationId xmlns:a16="http://schemas.microsoft.com/office/drawing/2014/main" id="{D0C41AEA-A03F-72A0-DC16-4E8095F99E35}"/>
              </a:ext>
            </a:extLst>
          </p:cNvPr>
          <p:cNvGrpSpPr/>
          <p:nvPr/>
        </p:nvGrpSpPr>
        <p:grpSpPr>
          <a:xfrm>
            <a:off x="255314" y="839712"/>
            <a:ext cx="4926284" cy="379124"/>
            <a:chOff x="902597" y="1069304"/>
            <a:chExt cx="5921700" cy="192184"/>
          </a:xfrm>
        </p:grpSpPr>
        <p:grpSp>
          <p:nvGrpSpPr>
            <p:cNvPr id="1710" name="Google Shape;1710;p50">
              <a:extLst>
                <a:ext uri="{FF2B5EF4-FFF2-40B4-BE49-F238E27FC236}">
                  <a16:creationId xmlns:a16="http://schemas.microsoft.com/office/drawing/2014/main" id="{47E886CC-1712-0D48-3679-A14E27AC7B1C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711" name="Google Shape;1711;p50">
                <a:extLst>
                  <a:ext uri="{FF2B5EF4-FFF2-40B4-BE49-F238E27FC236}">
                    <a16:creationId xmlns:a16="http://schemas.microsoft.com/office/drawing/2014/main" id="{F9CD60D6-9692-EEBA-FED1-1A412077579C}"/>
                  </a:ext>
                </a:extLst>
              </p:cNvPr>
              <p:cNvSpPr/>
              <p:nvPr/>
            </p:nvSpPr>
            <p:spPr>
              <a:xfrm rot="-2700000" flipH="1">
                <a:off x="5574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12" name="Google Shape;1712;p50">
                <a:extLst>
                  <a:ext uri="{FF2B5EF4-FFF2-40B4-BE49-F238E27FC236}">
                    <a16:creationId xmlns:a16="http://schemas.microsoft.com/office/drawing/2014/main" id="{289F915B-655B-84FE-E5FF-FA9A31C79592}"/>
                  </a:ext>
                </a:extLst>
              </p:cNvPr>
              <p:cNvCxnSpPr>
                <a:stCxn id="1713" idx="6"/>
                <a:endCxn id="1714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14" name="Google Shape;1714;p50">
                <a:extLst>
                  <a:ext uri="{FF2B5EF4-FFF2-40B4-BE49-F238E27FC236}">
                    <a16:creationId xmlns:a16="http://schemas.microsoft.com/office/drawing/2014/main" id="{6FCE97BA-594C-289C-EC1B-B7C82728AA79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3" name="Google Shape;1713;p50">
              <a:extLst>
                <a:ext uri="{FF2B5EF4-FFF2-40B4-BE49-F238E27FC236}">
                  <a16:creationId xmlns:a16="http://schemas.microsoft.com/office/drawing/2014/main" id="{CE7C8007-B15E-C84D-EB8D-9EF9B7B827C9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5318C94-81AA-621A-5050-C232B7F91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43" y="265918"/>
            <a:ext cx="3088732" cy="412644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16" name="Google Shape;1716;p50">
            <a:extLst>
              <a:ext uri="{FF2B5EF4-FFF2-40B4-BE49-F238E27FC236}">
                <a16:creationId xmlns:a16="http://schemas.microsoft.com/office/drawing/2014/main" id="{EF97E9C3-F3BC-0013-4759-7271EBED9741}"/>
              </a:ext>
            </a:extLst>
          </p:cNvPr>
          <p:cNvSpPr/>
          <p:nvPr/>
        </p:nvSpPr>
        <p:spPr>
          <a:xfrm>
            <a:off x="7370679" y="2900760"/>
            <a:ext cx="2294290" cy="2537888"/>
          </a:xfrm>
          <a:custGeom>
            <a:avLst/>
            <a:gdLst/>
            <a:ahLst/>
            <a:cxnLst/>
            <a:rect l="l" t="t" r="r" b="b"/>
            <a:pathLst>
              <a:path w="188018" h="207981" extrusionOk="0">
                <a:moveTo>
                  <a:pt x="104847" y="37273"/>
                </a:moveTo>
                <a:cubicBezTo>
                  <a:pt x="103681" y="37273"/>
                  <a:pt x="102619" y="38546"/>
                  <a:pt x="103325" y="39856"/>
                </a:cubicBezTo>
                <a:lnTo>
                  <a:pt x="90699" y="52481"/>
                </a:lnTo>
                <a:lnTo>
                  <a:pt x="80155" y="50332"/>
                </a:lnTo>
                <a:lnTo>
                  <a:pt x="68110" y="62377"/>
                </a:lnTo>
                <a:cubicBezTo>
                  <a:pt x="67784" y="62168"/>
                  <a:pt x="67457" y="62078"/>
                  <a:pt x="67148" y="62078"/>
                </a:cubicBezTo>
                <a:cubicBezTo>
                  <a:pt x="65740" y="62078"/>
                  <a:pt x="64719" y="63960"/>
                  <a:pt x="66062" y="65107"/>
                </a:cubicBezTo>
                <a:lnTo>
                  <a:pt x="66028" y="65141"/>
                </a:lnTo>
                <a:cubicBezTo>
                  <a:pt x="66403" y="65580"/>
                  <a:pt x="66862" y="65764"/>
                  <a:pt x="67308" y="65764"/>
                </a:cubicBezTo>
                <a:cubicBezTo>
                  <a:pt x="68527" y="65764"/>
                  <a:pt x="69657" y="64392"/>
                  <a:pt x="68758" y="63094"/>
                </a:cubicBezTo>
                <a:lnTo>
                  <a:pt x="80462" y="51389"/>
                </a:lnTo>
                <a:lnTo>
                  <a:pt x="91006" y="53505"/>
                </a:lnTo>
                <a:lnTo>
                  <a:pt x="103973" y="40538"/>
                </a:lnTo>
                <a:cubicBezTo>
                  <a:pt x="104265" y="40696"/>
                  <a:pt x="104555" y="40765"/>
                  <a:pt x="104830" y="40765"/>
                </a:cubicBezTo>
                <a:cubicBezTo>
                  <a:pt x="106225" y="40765"/>
                  <a:pt x="107223" y="38977"/>
                  <a:pt x="106054" y="37808"/>
                </a:cubicBezTo>
                <a:cubicBezTo>
                  <a:pt x="105688" y="37433"/>
                  <a:pt x="105261" y="37273"/>
                  <a:pt x="104847" y="37273"/>
                </a:cubicBezTo>
                <a:close/>
                <a:moveTo>
                  <a:pt x="90788" y="67921"/>
                </a:moveTo>
                <a:cubicBezTo>
                  <a:pt x="91775" y="67921"/>
                  <a:pt x="92724" y="68648"/>
                  <a:pt x="92815" y="69782"/>
                </a:cubicBezTo>
                <a:cubicBezTo>
                  <a:pt x="92915" y="71032"/>
                  <a:pt x="91897" y="71952"/>
                  <a:pt x="90796" y="71952"/>
                </a:cubicBezTo>
                <a:cubicBezTo>
                  <a:pt x="90394" y="71952"/>
                  <a:pt x="89981" y="71830"/>
                  <a:pt x="89607" y="71556"/>
                </a:cubicBezTo>
                <a:lnTo>
                  <a:pt x="89198" y="71147"/>
                </a:lnTo>
                <a:cubicBezTo>
                  <a:pt x="88583" y="70328"/>
                  <a:pt x="88686" y="69236"/>
                  <a:pt x="89368" y="68519"/>
                </a:cubicBezTo>
                <a:cubicBezTo>
                  <a:pt x="89781" y="68107"/>
                  <a:pt x="90289" y="67921"/>
                  <a:pt x="90788" y="67921"/>
                </a:cubicBezTo>
                <a:close/>
                <a:moveTo>
                  <a:pt x="43920" y="77439"/>
                </a:moveTo>
                <a:cubicBezTo>
                  <a:pt x="45462" y="77439"/>
                  <a:pt x="46787" y="79443"/>
                  <a:pt x="45350" y="80906"/>
                </a:cubicBezTo>
                <a:cubicBezTo>
                  <a:pt x="44945" y="81299"/>
                  <a:pt x="44454" y="81476"/>
                  <a:pt x="43971" y="81476"/>
                </a:cubicBezTo>
                <a:cubicBezTo>
                  <a:pt x="42946" y="81476"/>
                  <a:pt x="41960" y="80679"/>
                  <a:pt x="41937" y="79473"/>
                </a:cubicBezTo>
                <a:cubicBezTo>
                  <a:pt x="41937" y="78961"/>
                  <a:pt x="42142" y="78449"/>
                  <a:pt x="42517" y="78074"/>
                </a:cubicBezTo>
                <a:cubicBezTo>
                  <a:pt x="42957" y="77626"/>
                  <a:pt x="43449" y="77439"/>
                  <a:pt x="43920" y="77439"/>
                </a:cubicBezTo>
                <a:close/>
                <a:moveTo>
                  <a:pt x="151302" y="0"/>
                </a:moveTo>
                <a:lnTo>
                  <a:pt x="90597" y="60500"/>
                </a:lnTo>
                <a:lnTo>
                  <a:pt x="80837" y="58112"/>
                </a:lnTo>
                <a:lnTo>
                  <a:pt x="56951" y="81998"/>
                </a:lnTo>
                <a:lnTo>
                  <a:pt x="46851" y="79677"/>
                </a:lnTo>
                <a:lnTo>
                  <a:pt x="46851" y="79473"/>
                </a:lnTo>
                <a:cubicBezTo>
                  <a:pt x="46851" y="77696"/>
                  <a:pt x="45400" y="76512"/>
                  <a:pt x="43880" y="76512"/>
                </a:cubicBezTo>
                <a:cubicBezTo>
                  <a:pt x="43152" y="76512"/>
                  <a:pt x="42408" y="76784"/>
                  <a:pt x="41801" y="77391"/>
                </a:cubicBezTo>
                <a:cubicBezTo>
                  <a:pt x="39958" y="79268"/>
                  <a:pt x="41255" y="82441"/>
                  <a:pt x="43916" y="82441"/>
                </a:cubicBezTo>
                <a:cubicBezTo>
                  <a:pt x="45111" y="82441"/>
                  <a:pt x="46203" y="81725"/>
                  <a:pt x="46680" y="80599"/>
                </a:cubicBezTo>
                <a:lnTo>
                  <a:pt x="57293" y="83022"/>
                </a:lnTo>
                <a:lnTo>
                  <a:pt x="81145" y="59135"/>
                </a:lnTo>
                <a:lnTo>
                  <a:pt x="90870" y="61558"/>
                </a:lnTo>
                <a:lnTo>
                  <a:pt x="151984" y="682"/>
                </a:lnTo>
                <a:lnTo>
                  <a:pt x="151302" y="0"/>
                </a:lnTo>
                <a:close/>
                <a:moveTo>
                  <a:pt x="123259" y="58211"/>
                </a:moveTo>
                <a:cubicBezTo>
                  <a:pt x="122084" y="58211"/>
                  <a:pt x="121008" y="59490"/>
                  <a:pt x="121717" y="60807"/>
                </a:cubicBezTo>
                <a:lnTo>
                  <a:pt x="101380" y="81179"/>
                </a:lnTo>
                <a:lnTo>
                  <a:pt x="92200" y="84659"/>
                </a:lnTo>
                <a:cubicBezTo>
                  <a:pt x="92132" y="84591"/>
                  <a:pt x="92064" y="84489"/>
                  <a:pt x="91962" y="84386"/>
                </a:cubicBezTo>
                <a:cubicBezTo>
                  <a:pt x="91606" y="84040"/>
                  <a:pt x="91190" y="83891"/>
                  <a:pt x="90784" y="83891"/>
                </a:cubicBezTo>
                <a:cubicBezTo>
                  <a:pt x="89673" y="83891"/>
                  <a:pt x="88647" y="85013"/>
                  <a:pt x="89198" y="86263"/>
                </a:cubicBezTo>
                <a:cubicBezTo>
                  <a:pt x="89496" y="86989"/>
                  <a:pt x="90121" y="87317"/>
                  <a:pt x="90746" y="87317"/>
                </a:cubicBezTo>
                <a:cubicBezTo>
                  <a:pt x="91620" y="87317"/>
                  <a:pt x="92493" y="86675"/>
                  <a:pt x="92473" y="85581"/>
                </a:cubicBezTo>
                <a:lnTo>
                  <a:pt x="101926" y="81998"/>
                </a:lnTo>
                <a:lnTo>
                  <a:pt x="122399" y="61456"/>
                </a:lnTo>
                <a:cubicBezTo>
                  <a:pt x="122691" y="61613"/>
                  <a:pt x="122982" y="61682"/>
                  <a:pt x="123256" y="61682"/>
                </a:cubicBezTo>
                <a:cubicBezTo>
                  <a:pt x="124650" y="61682"/>
                  <a:pt x="125644" y="59895"/>
                  <a:pt x="124447" y="58726"/>
                </a:cubicBezTo>
                <a:cubicBezTo>
                  <a:pt x="124086" y="58365"/>
                  <a:pt x="123667" y="58211"/>
                  <a:pt x="123259" y="58211"/>
                </a:cubicBezTo>
                <a:close/>
                <a:moveTo>
                  <a:pt x="110386" y="91267"/>
                </a:moveTo>
                <a:cubicBezTo>
                  <a:pt x="110877" y="91267"/>
                  <a:pt x="111379" y="91451"/>
                  <a:pt x="111787" y="91859"/>
                </a:cubicBezTo>
                <a:cubicBezTo>
                  <a:pt x="112572" y="92644"/>
                  <a:pt x="112572" y="93907"/>
                  <a:pt x="111787" y="94692"/>
                </a:cubicBezTo>
                <a:cubicBezTo>
                  <a:pt x="111377" y="95101"/>
                  <a:pt x="110874" y="95285"/>
                  <a:pt x="110381" y="95285"/>
                </a:cubicBezTo>
                <a:cubicBezTo>
                  <a:pt x="109355" y="95285"/>
                  <a:pt x="108375" y="94491"/>
                  <a:pt x="108375" y="93293"/>
                </a:cubicBezTo>
                <a:cubicBezTo>
                  <a:pt x="108375" y="92069"/>
                  <a:pt x="109358" y="91267"/>
                  <a:pt x="110386" y="91267"/>
                </a:cubicBezTo>
                <a:close/>
                <a:moveTo>
                  <a:pt x="148026" y="29551"/>
                </a:moveTo>
                <a:lnTo>
                  <a:pt x="131305" y="46305"/>
                </a:lnTo>
                <a:lnTo>
                  <a:pt x="130896" y="58453"/>
                </a:lnTo>
                <a:lnTo>
                  <a:pt x="110047" y="79336"/>
                </a:lnTo>
                <a:lnTo>
                  <a:pt x="110047" y="90324"/>
                </a:lnTo>
                <a:cubicBezTo>
                  <a:pt x="106396" y="90699"/>
                  <a:pt x="106532" y="96057"/>
                  <a:pt x="110183" y="96261"/>
                </a:cubicBezTo>
                <a:cubicBezTo>
                  <a:pt x="110248" y="96266"/>
                  <a:pt x="110313" y="96268"/>
                  <a:pt x="110377" y="96268"/>
                </a:cubicBezTo>
                <a:cubicBezTo>
                  <a:pt x="111832" y="96268"/>
                  <a:pt x="113094" y="95173"/>
                  <a:pt x="113323" y="93702"/>
                </a:cubicBezTo>
                <a:cubicBezTo>
                  <a:pt x="113527" y="92167"/>
                  <a:pt x="112504" y="90733"/>
                  <a:pt x="111002" y="90392"/>
                </a:cubicBezTo>
                <a:lnTo>
                  <a:pt x="111002" y="79712"/>
                </a:lnTo>
                <a:lnTo>
                  <a:pt x="131851" y="58862"/>
                </a:lnTo>
                <a:lnTo>
                  <a:pt x="132227" y="46715"/>
                </a:lnTo>
                <a:lnTo>
                  <a:pt x="148674" y="30233"/>
                </a:lnTo>
                <a:lnTo>
                  <a:pt x="148026" y="29551"/>
                </a:lnTo>
                <a:close/>
                <a:moveTo>
                  <a:pt x="92272" y="97179"/>
                </a:moveTo>
                <a:cubicBezTo>
                  <a:pt x="90686" y="97179"/>
                  <a:pt x="89163" y="98403"/>
                  <a:pt x="89163" y="100254"/>
                </a:cubicBezTo>
                <a:lnTo>
                  <a:pt x="89163" y="100288"/>
                </a:lnTo>
                <a:cubicBezTo>
                  <a:pt x="89163" y="101960"/>
                  <a:pt x="90528" y="103325"/>
                  <a:pt x="92235" y="103325"/>
                </a:cubicBezTo>
                <a:cubicBezTo>
                  <a:pt x="94964" y="103325"/>
                  <a:pt x="96329" y="100015"/>
                  <a:pt x="94418" y="98070"/>
                </a:cubicBezTo>
                <a:cubicBezTo>
                  <a:pt x="93792" y="97455"/>
                  <a:pt x="93025" y="97179"/>
                  <a:pt x="92272" y="97179"/>
                </a:cubicBezTo>
                <a:close/>
                <a:moveTo>
                  <a:pt x="92235" y="94658"/>
                </a:moveTo>
                <a:cubicBezTo>
                  <a:pt x="97217" y="94658"/>
                  <a:pt x="99708" y="100697"/>
                  <a:pt x="96193" y="104212"/>
                </a:cubicBezTo>
                <a:cubicBezTo>
                  <a:pt x="95057" y="105348"/>
                  <a:pt x="93657" y="105856"/>
                  <a:pt x="92283" y="105856"/>
                </a:cubicBezTo>
                <a:cubicBezTo>
                  <a:pt x="89405" y="105856"/>
                  <a:pt x="86638" y="103626"/>
                  <a:pt x="86638" y="100254"/>
                </a:cubicBezTo>
                <a:cubicBezTo>
                  <a:pt x="86638" y="97183"/>
                  <a:pt x="89163" y="94692"/>
                  <a:pt x="92235" y="94692"/>
                </a:cubicBezTo>
                <a:lnTo>
                  <a:pt x="92235" y="94658"/>
                </a:lnTo>
                <a:close/>
                <a:moveTo>
                  <a:pt x="92262" y="93708"/>
                </a:moveTo>
                <a:cubicBezTo>
                  <a:pt x="88908" y="93708"/>
                  <a:pt x="85683" y="96311"/>
                  <a:pt x="85683" y="100254"/>
                </a:cubicBezTo>
                <a:cubicBezTo>
                  <a:pt x="85683" y="103871"/>
                  <a:pt x="88618" y="106805"/>
                  <a:pt x="92235" y="106805"/>
                </a:cubicBezTo>
                <a:cubicBezTo>
                  <a:pt x="98070" y="106805"/>
                  <a:pt x="100970" y="99742"/>
                  <a:pt x="96841" y="95647"/>
                </a:cubicBezTo>
                <a:cubicBezTo>
                  <a:pt x="95513" y="94308"/>
                  <a:pt x="93873" y="93708"/>
                  <a:pt x="92262" y="93708"/>
                </a:cubicBezTo>
                <a:close/>
                <a:moveTo>
                  <a:pt x="69190" y="104191"/>
                </a:moveTo>
                <a:cubicBezTo>
                  <a:pt x="70748" y="104191"/>
                  <a:pt x="72072" y="106195"/>
                  <a:pt x="70635" y="107658"/>
                </a:cubicBezTo>
                <a:cubicBezTo>
                  <a:pt x="70259" y="108034"/>
                  <a:pt x="69747" y="108238"/>
                  <a:pt x="69202" y="108238"/>
                </a:cubicBezTo>
                <a:cubicBezTo>
                  <a:pt x="67427" y="108238"/>
                  <a:pt x="66540" y="106123"/>
                  <a:pt x="67768" y="104826"/>
                </a:cubicBezTo>
                <a:cubicBezTo>
                  <a:pt x="68216" y="104379"/>
                  <a:pt x="68714" y="104191"/>
                  <a:pt x="69190" y="104191"/>
                </a:cubicBezTo>
                <a:close/>
                <a:moveTo>
                  <a:pt x="92235" y="92167"/>
                </a:moveTo>
                <a:cubicBezTo>
                  <a:pt x="99435" y="92167"/>
                  <a:pt x="103052" y="100902"/>
                  <a:pt x="97967" y="105986"/>
                </a:cubicBezTo>
                <a:cubicBezTo>
                  <a:pt x="96309" y="107644"/>
                  <a:pt x="94272" y="108386"/>
                  <a:pt x="92275" y="108386"/>
                </a:cubicBezTo>
                <a:cubicBezTo>
                  <a:pt x="88106" y="108386"/>
                  <a:pt x="84113" y="105156"/>
                  <a:pt x="84113" y="100288"/>
                </a:cubicBezTo>
                <a:cubicBezTo>
                  <a:pt x="84147" y="95805"/>
                  <a:pt x="87731" y="92200"/>
                  <a:pt x="92172" y="92200"/>
                </a:cubicBezTo>
                <a:cubicBezTo>
                  <a:pt x="92193" y="92200"/>
                  <a:pt x="92214" y="92200"/>
                  <a:pt x="92235" y="92201"/>
                </a:cubicBezTo>
                <a:lnTo>
                  <a:pt x="92235" y="92167"/>
                </a:lnTo>
                <a:close/>
                <a:moveTo>
                  <a:pt x="92235" y="91245"/>
                </a:moveTo>
                <a:cubicBezTo>
                  <a:pt x="87253" y="91245"/>
                  <a:pt x="83192" y="95272"/>
                  <a:pt x="83192" y="100288"/>
                </a:cubicBezTo>
                <a:cubicBezTo>
                  <a:pt x="83192" y="105734"/>
                  <a:pt x="87640" y="109339"/>
                  <a:pt x="92283" y="109339"/>
                </a:cubicBezTo>
                <a:cubicBezTo>
                  <a:pt x="94505" y="109339"/>
                  <a:pt x="96771" y="108513"/>
                  <a:pt x="98616" y="106669"/>
                </a:cubicBezTo>
                <a:cubicBezTo>
                  <a:pt x="104314" y="100970"/>
                  <a:pt x="100288" y="91245"/>
                  <a:pt x="92235" y="91245"/>
                </a:cubicBezTo>
                <a:close/>
                <a:moveTo>
                  <a:pt x="187370" y="46169"/>
                </a:moveTo>
                <a:lnTo>
                  <a:pt x="159730" y="73808"/>
                </a:lnTo>
                <a:lnTo>
                  <a:pt x="160276" y="77971"/>
                </a:lnTo>
                <a:lnTo>
                  <a:pt x="153520" y="84728"/>
                </a:lnTo>
                <a:lnTo>
                  <a:pt x="149152" y="84728"/>
                </a:lnTo>
                <a:lnTo>
                  <a:pt x="132022" y="101857"/>
                </a:lnTo>
                <a:lnTo>
                  <a:pt x="127279" y="101857"/>
                </a:lnTo>
                <a:lnTo>
                  <a:pt x="116257" y="112879"/>
                </a:lnTo>
                <a:cubicBezTo>
                  <a:pt x="115954" y="112698"/>
                  <a:pt x="115650" y="112618"/>
                  <a:pt x="115360" y="112618"/>
                </a:cubicBezTo>
                <a:cubicBezTo>
                  <a:pt x="114020" y="112618"/>
                  <a:pt x="113019" y="114328"/>
                  <a:pt x="114142" y="115507"/>
                </a:cubicBezTo>
                <a:cubicBezTo>
                  <a:pt x="114498" y="115891"/>
                  <a:pt x="114926" y="116054"/>
                  <a:pt x="115344" y="116054"/>
                </a:cubicBezTo>
                <a:cubicBezTo>
                  <a:pt x="116486" y="116054"/>
                  <a:pt x="117555" y="114835"/>
                  <a:pt x="116906" y="113562"/>
                </a:cubicBezTo>
                <a:lnTo>
                  <a:pt x="127654" y="102813"/>
                </a:lnTo>
                <a:lnTo>
                  <a:pt x="132431" y="102813"/>
                </a:lnTo>
                <a:lnTo>
                  <a:pt x="149527" y="85683"/>
                </a:lnTo>
                <a:lnTo>
                  <a:pt x="153895" y="85683"/>
                </a:lnTo>
                <a:lnTo>
                  <a:pt x="161300" y="78278"/>
                </a:lnTo>
                <a:lnTo>
                  <a:pt x="160719" y="74150"/>
                </a:lnTo>
                <a:lnTo>
                  <a:pt x="188018" y="46851"/>
                </a:lnTo>
                <a:lnTo>
                  <a:pt x="187370" y="46169"/>
                </a:lnTo>
                <a:close/>
                <a:moveTo>
                  <a:pt x="80872" y="112743"/>
                </a:moveTo>
                <a:lnTo>
                  <a:pt x="80872" y="116189"/>
                </a:lnTo>
                <a:lnTo>
                  <a:pt x="84318" y="116189"/>
                </a:lnTo>
                <a:lnTo>
                  <a:pt x="84318" y="112743"/>
                </a:lnTo>
                <a:close/>
                <a:moveTo>
                  <a:pt x="87048" y="112743"/>
                </a:moveTo>
                <a:lnTo>
                  <a:pt x="87048" y="116189"/>
                </a:lnTo>
                <a:lnTo>
                  <a:pt x="90494" y="116189"/>
                </a:lnTo>
                <a:lnTo>
                  <a:pt x="90494" y="112743"/>
                </a:lnTo>
                <a:close/>
                <a:moveTo>
                  <a:pt x="100553" y="113009"/>
                </a:moveTo>
                <a:cubicBezTo>
                  <a:pt x="101566" y="113009"/>
                  <a:pt x="102574" y="113744"/>
                  <a:pt x="102574" y="115029"/>
                </a:cubicBezTo>
                <a:cubicBezTo>
                  <a:pt x="102574" y="115541"/>
                  <a:pt x="102369" y="116053"/>
                  <a:pt x="101994" y="116462"/>
                </a:cubicBezTo>
                <a:cubicBezTo>
                  <a:pt x="101571" y="116876"/>
                  <a:pt x="101077" y="117054"/>
                  <a:pt x="100596" y="117054"/>
                </a:cubicBezTo>
                <a:cubicBezTo>
                  <a:pt x="99293" y="117054"/>
                  <a:pt x="98095" y="115740"/>
                  <a:pt x="98718" y="114244"/>
                </a:cubicBezTo>
                <a:cubicBezTo>
                  <a:pt x="99077" y="113397"/>
                  <a:pt x="99816" y="113009"/>
                  <a:pt x="100553" y="113009"/>
                </a:cubicBezTo>
                <a:close/>
                <a:moveTo>
                  <a:pt x="156625" y="34771"/>
                </a:moveTo>
                <a:lnTo>
                  <a:pt x="139904" y="51492"/>
                </a:lnTo>
                <a:lnTo>
                  <a:pt x="139495" y="63674"/>
                </a:lnTo>
                <a:lnTo>
                  <a:pt x="118646" y="84557"/>
                </a:lnTo>
                <a:lnTo>
                  <a:pt x="118646" y="95784"/>
                </a:lnTo>
                <a:lnTo>
                  <a:pt x="102028" y="112436"/>
                </a:lnTo>
                <a:cubicBezTo>
                  <a:pt x="101584" y="112197"/>
                  <a:pt x="101072" y="112060"/>
                  <a:pt x="100561" y="112060"/>
                </a:cubicBezTo>
                <a:cubicBezTo>
                  <a:pt x="97319" y="112060"/>
                  <a:pt x="96398" y="116496"/>
                  <a:pt x="99366" y="117793"/>
                </a:cubicBezTo>
                <a:cubicBezTo>
                  <a:pt x="99791" y="117979"/>
                  <a:pt x="100209" y="118062"/>
                  <a:pt x="100607" y="118062"/>
                </a:cubicBezTo>
                <a:cubicBezTo>
                  <a:pt x="102988" y="118062"/>
                  <a:pt x="104645" y="115067"/>
                  <a:pt x="102744" y="113050"/>
                </a:cubicBezTo>
                <a:lnTo>
                  <a:pt x="119601" y="96159"/>
                </a:lnTo>
                <a:lnTo>
                  <a:pt x="119601" y="84967"/>
                </a:lnTo>
                <a:lnTo>
                  <a:pt x="140450" y="64083"/>
                </a:lnTo>
                <a:lnTo>
                  <a:pt x="140826" y="51901"/>
                </a:lnTo>
                <a:lnTo>
                  <a:pt x="157307" y="35420"/>
                </a:lnTo>
                <a:lnTo>
                  <a:pt x="156625" y="34771"/>
                </a:lnTo>
                <a:close/>
                <a:moveTo>
                  <a:pt x="80872" y="118510"/>
                </a:moveTo>
                <a:lnTo>
                  <a:pt x="80872" y="121956"/>
                </a:lnTo>
                <a:lnTo>
                  <a:pt x="84318" y="121956"/>
                </a:lnTo>
                <a:lnTo>
                  <a:pt x="84318" y="118510"/>
                </a:lnTo>
                <a:close/>
                <a:moveTo>
                  <a:pt x="87048" y="118510"/>
                </a:moveTo>
                <a:lnTo>
                  <a:pt x="87048" y="121956"/>
                </a:lnTo>
                <a:lnTo>
                  <a:pt x="90494" y="121956"/>
                </a:lnTo>
                <a:lnTo>
                  <a:pt x="90494" y="118510"/>
                </a:lnTo>
                <a:close/>
                <a:moveTo>
                  <a:pt x="80872" y="124242"/>
                </a:moveTo>
                <a:lnTo>
                  <a:pt x="80872" y="127689"/>
                </a:lnTo>
                <a:lnTo>
                  <a:pt x="84318" y="127689"/>
                </a:lnTo>
                <a:lnTo>
                  <a:pt x="84318" y="124242"/>
                </a:lnTo>
                <a:close/>
                <a:moveTo>
                  <a:pt x="104946" y="128680"/>
                </a:moveTo>
                <a:cubicBezTo>
                  <a:pt x="106242" y="128680"/>
                  <a:pt x="107425" y="129988"/>
                  <a:pt x="106805" y="131476"/>
                </a:cubicBezTo>
                <a:cubicBezTo>
                  <a:pt x="106461" y="132323"/>
                  <a:pt x="105723" y="132711"/>
                  <a:pt x="104985" y="132711"/>
                </a:cubicBezTo>
                <a:cubicBezTo>
                  <a:pt x="103968" y="132711"/>
                  <a:pt x="102949" y="131976"/>
                  <a:pt x="102949" y="130692"/>
                </a:cubicBezTo>
                <a:cubicBezTo>
                  <a:pt x="102949" y="130180"/>
                  <a:pt x="103154" y="129668"/>
                  <a:pt x="103529" y="129292"/>
                </a:cubicBezTo>
                <a:cubicBezTo>
                  <a:pt x="103958" y="128864"/>
                  <a:pt x="104460" y="128680"/>
                  <a:pt x="104946" y="128680"/>
                </a:cubicBezTo>
                <a:close/>
                <a:moveTo>
                  <a:pt x="80872" y="130009"/>
                </a:moveTo>
                <a:lnTo>
                  <a:pt x="80872" y="133455"/>
                </a:lnTo>
                <a:lnTo>
                  <a:pt x="84318" y="133455"/>
                </a:lnTo>
                <a:lnTo>
                  <a:pt x="84318" y="130009"/>
                </a:lnTo>
                <a:close/>
                <a:moveTo>
                  <a:pt x="90838" y="66912"/>
                </a:moveTo>
                <a:cubicBezTo>
                  <a:pt x="88660" y="66912"/>
                  <a:pt x="86731" y="69525"/>
                  <a:pt x="88447" y="71761"/>
                </a:cubicBezTo>
                <a:lnTo>
                  <a:pt x="83192" y="77016"/>
                </a:lnTo>
                <a:lnTo>
                  <a:pt x="75037" y="78278"/>
                </a:lnTo>
                <a:lnTo>
                  <a:pt x="70430" y="82885"/>
                </a:lnTo>
                <a:lnTo>
                  <a:pt x="69713" y="90460"/>
                </a:lnTo>
                <a:lnTo>
                  <a:pt x="18222" y="141952"/>
                </a:lnTo>
                <a:lnTo>
                  <a:pt x="18904" y="142635"/>
                </a:lnTo>
                <a:lnTo>
                  <a:pt x="70601" y="90904"/>
                </a:lnTo>
                <a:lnTo>
                  <a:pt x="71351" y="83329"/>
                </a:lnTo>
                <a:lnTo>
                  <a:pt x="75480" y="79200"/>
                </a:lnTo>
                <a:lnTo>
                  <a:pt x="83601" y="77903"/>
                </a:lnTo>
                <a:lnTo>
                  <a:pt x="89129" y="72409"/>
                </a:lnTo>
                <a:cubicBezTo>
                  <a:pt x="89701" y="72801"/>
                  <a:pt x="90283" y="72970"/>
                  <a:pt x="90834" y="72970"/>
                </a:cubicBezTo>
                <a:cubicBezTo>
                  <a:pt x="93212" y="72970"/>
                  <a:pt x="95010" y="69818"/>
                  <a:pt x="92849" y="67768"/>
                </a:cubicBezTo>
                <a:cubicBezTo>
                  <a:pt x="92223" y="67167"/>
                  <a:pt x="91519" y="66912"/>
                  <a:pt x="90838" y="66912"/>
                </a:cubicBezTo>
                <a:close/>
                <a:moveTo>
                  <a:pt x="102784" y="151861"/>
                </a:moveTo>
                <a:cubicBezTo>
                  <a:pt x="103186" y="151861"/>
                  <a:pt x="103599" y="151984"/>
                  <a:pt x="103973" y="152257"/>
                </a:cubicBezTo>
                <a:lnTo>
                  <a:pt x="104416" y="152701"/>
                </a:lnTo>
                <a:cubicBezTo>
                  <a:pt x="104997" y="153486"/>
                  <a:pt x="104928" y="154578"/>
                  <a:pt x="104212" y="155294"/>
                </a:cubicBezTo>
                <a:cubicBezTo>
                  <a:pt x="103807" y="155711"/>
                  <a:pt x="103296" y="155900"/>
                  <a:pt x="102792" y="155900"/>
                </a:cubicBezTo>
                <a:cubicBezTo>
                  <a:pt x="101810" y="155900"/>
                  <a:pt x="100856" y="155182"/>
                  <a:pt x="100765" y="154032"/>
                </a:cubicBezTo>
                <a:cubicBezTo>
                  <a:pt x="100665" y="152782"/>
                  <a:pt x="101683" y="151861"/>
                  <a:pt x="102784" y="151861"/>
                </a:cubicBezTo>
                <a:close/>
                <a:moveTo>
                  <a:pt x="174710" y="81179"/>
                </a:moveTo>
                <a:lnTo>
                  <a:pt x="122979" y="132910"/>
                </a:lnTo>
                <a:lnTo>
                  <a:pt x="122263" y="140485"/>
                </a:lnTo>
                <a:lnTo>
                  <a:pt x="118100" y="144614"/>
                </a:lnTo>
                <a:lnTo>
                  <a:pt x="109979" y="145910"/>
                </a:lnTo>
                <a:lnTo>
                  <a:pt x="104485" y="151438"/>
                </a:lnTo>
                <a:cubicBezTo>
                  <a:pt x="103903" y="151044"/>
                  <a:pt x="103312" y="150874"/>
                  <a:pt x="102754" y="150874"/>
                </a:cubicBezTo>
                <a:cubicBezTo>
                  <a:pt x="100363" y="150874"/>
                  <a:pt x="98573" y="153998"/>
                  <a:pt x="100731" y="156045"/>
                </a:cubicBezTo>
                <a:cubicBezTo>
                  <a:pt x="101368" y="156650"/>
                  <a:pt x="102082" y="156906"/>
                  <a:pt x="102768" y="156906"/>
                </a:cubicBezTo>
                <a:cubicBezTo>
                  <a:pt x="104949" y="156906"/>
                  <a:pt x="106854" y="154319"/>
                  <a:pt x="105167" y="152087"/>
                </a:cubicBezTo>
                <a:lnTo>
                  <a:pt x="110422" y="146798"/>
                </a:lnTo>
                <a:lnTo>
                  <a:pt x="118578" y="145535"/>
                </a:lnTo>
                <a:lnTo>
                  <a:pt x="123184" y="140928"/>
                </a:lnTo>
                <a:lnTo>
                  <a:pt x="123901" y="133353"/>
                </a:lnTo>
                <a:lnTo>
                  <a:pt x="175392" y="81861"/>
                </a:lnTo>
                <a:lnTo>
                  <a:pt x="174710" y="81179"/>
                </a:lnTo>
                <a:close/>
                <a:moveTo>
                  <a:pt x="67778" y="131234"/>
                </a:moveTo>
                <a:cubicBezTo>
                  <a:pt x="66614" y="131234"/>
                  <a:pt x="65558" y="132506"/>
                  <a:pt x="66267" y="133797"/>
                </a:cubicBezTo>
                <a:lnTo>
                  <a:pt x="59579" y="140485"/>
                </a:lnTo>
                <a:lnTo>
                  <a:pt x="60261" y="145399"/>
                </a:lnTo>
                <a:lnTo>
                  <a:pt x="44838" y="160856"/>
                </a:lnTo>
                <a:lnTo>
                  <a:pt x="45520" y="161505"/>
                </a:lnTo>
                <a:lnTo>
                  <a:pt x="61251" y="145740"/>
                </a:lnTo>
                <a:lnTo>
                  <a:pt x="60603" y="140826"/>
                </a:lnTo>
                <a:lnTo>
                  <a:pt x="66949" y="134445"/>
                </a:lnTo>
                <a:cubicBezTo>
                  <a:pt x="67239" y="134604"/>
                  <a:pt x="67527" y="134674"/>
                  <a:pt x="67799" y="134674"/>
                </a:cubicBezTo>
                <a:cubicBezTo>
                  <a:pt x="69161" y="134674"/>
                  <a:pt x="70129" y="132915"/>
                  <a:pt x="68963" y="131749"/>
                </a:cubicBezTo>
                <a:cubicBezTo>
                  <a:pt x="68601" y="131388"/>
                  <a:pt x="68183" y="131234"/>
                  <a:pt x="67778" y="131234"/>
                </a:cubicBezTo>
                <a:close/>
                <a:moveTo>
                  <a:pt x="69239" y="103243"/>
                </a:moveTo>
                <a:cubicBezTo>
                  <a:pt x="67039" y="103243"/>
                  <a:pt x="65131" y="105882"/>
                  <a:pt x="66881" y="108102"/>
                </a:cubicBezTo>
                <a:lnTo>
                  <a:pt x="39890" y="135025"/>
                </a:lnTo>
                <a:lnTo>
                  <a:pt x="35761" y="134479"/>
                </a:lnTo>
                <a:lnTo>
                  <a:pt x="28390" y="141850"/>
                </a:lnTo>
                <a:lnTo>
                  <a:pt x="28390" y="146218"/>
                </a:lnTo>
                <a:lnTo>
                  <a:pt x="11261" y="163347"/>
                </a:lnTo>
                <a:lnTo>
                  <a:pt x="11261" y="168090"/>
                </a:lnTo>
                <a:lnTo>
                  <a:pt x="0" y="179385"/>
                </a:lnTo>
                <a:lnTo>
                  <a:pt x="682" y="180034"/>
                </a:lnTo>
                <a:lnTo>
                  <a:pt x="12216" y="168500"/>
                </a:lnTo>
                <a:lnTo>
                  <a:pt x="12216" y="163723"/>
                </a:lnTo>
                <a:lnTo>
                  <a:pt x="29346" y="146627"/>
                </a:lnTo>
                <a:lnTo>
                  <a:pt x="29346" y="142259"/>
                </a:lnTo>
                <a:lnTo>
                  <a:pt x="36102" y="135503"/>
                </a:lnTo>
                <a:lnTo>
                  <a:pt x="40231" y="136083"/>
                </a:lnTo>
                <a:lnTo>
                  <a:pt x="67564" y="108750"/>
                </a:lnTo>
                <a:cubicBezTo>
                  <a:pt x="68127" y="109120"/>
                  <a:pt x="68699" y="109280"/>
                  <a:pt x="69240" y="109280"/>
                </a:cubicBezTo>
                <a:cubicBezTo>
                  <a:pt x="71647" y="109280"/>
                  <a:pt x="73450" y="106109"/>
                  <a:pt x="71249" y="104075"/>
                </a:cubicBezTo>
                <a:cubicBezTo>
                  <a:pt x="70616" y="103491"/>
                  <a:pt x="69914" y="103243"/>
                  <a:pt x="69239" y="103243"/>
                </a:cubicBezTo>
                <a:close/>
                <a:moveTo>
                  <a:pt x="105010" y="127671"/>
                </a:moveTo>
                <a:cubicBezTo>
                  <a:pt x="102873" y="127671"/>
                  <a:pt x="100956" y="130149"/>
                  <a:pt x="102540" y="132398"/>
                </a:cubicBezTo>
                <a:lnTo>
                  <a:pt x="95681" y="139256"/>
                </a:lnTo>
                <a:lnTo>
                  <a:pt x="96329" y="144204"/>
                </a:lnTo>
                <a:lnTo>
                  <a:pt x="60432" y="180102"/>
                </a:lnTo>
                <a:lnTo>
                  <a:pt x="61114" y="180784"/>
                </a:lnTo>
                <a:lnTo>
                  <a:pt x="97353" y="144545"/>
                </a:lnTo>
                <a:lnTo>
                  <a:pt x="96671" y="139598"/>
                </a:lnTo>
                <a:lnTo>
                  <a:pt x="103188" y="133080"/>
                </a:lnTo>
                <a:cubicBezTo>
                  <a:pt x="103783" y="133518"/>
                  <a:pt x="104400" y="133706"/>
                  <a:pt x="104986" y="133706"/>
                </a:cubicBezTo>
                <a:cubicBezTo>
                  <a:pt x="107322" y="133706"/>
                  <a:pt x="109158" y="130711"/>
                  <a:pt x="107112" y="128610"/>
                </a:cubicBezTo>
                <a:cubicBezTo>
                  <a:pt x="106469" y="127950"/>
                  <a:pt x="105727" y="127671"/>
                  <a:pt x="105010" y="127671"/>
                </a:cubicBezTo>
                <a:close/>
                <a:moveTo>
                  <a:pt x="86823" y="138123"/>
                </a:moveTo>
                <a:cubicBezTo>
                  <a:pt x="85686" y="138123"/>
                  <a:pt x="84626" y="139327"/>
                  <a:pt x="85273" y="140621"/>
                </a:cubicBezTo>
                <a:lnTo>
                  <a:pt x="74525" y="151370"/>
                </a:lnTo>
                <a:lnTo>
                  <a:pt x="69747" y="151370"/>
                </a:lnTo>
                <a:lnTo>
                  <a:pt x="52652" y="168500"/>
                </a:lnTo>
                <a:lnTo>
                  <a:pt x="48284" y="168500"/>
                </a:lnTo>
                <a:lnTo>
                  <a:pt x="40879" y="175836"/>
                </a:lnTo>
                <a:lnTo>
                  <a:pt x="41459" y="179999"/>
                </a:lnTo>
                <a:lnTo>
                  <a:pt x="14161" y="207298"/>
                </a:lnTo>
                <a:lnTo>
                  <a:pt x="14809" y="207980"/>
                </a:lnTo>
                <a:lnTo>
                  <a:pt x="42483" y="180341"/>
                </a:lnTo>
                <a:lnTo>
                  <a:pt x="41903" y="176178"/>
                </a:lnTo>
                <a:lnTo>
                  <a:pt x="48659" y="169421"/>
                </a:lnTo>
                <a:lnTo>
                  <a:pt x="53027" y="169421"/>
                </a:lnTo>
                <a:lnTo>
                  <a:pt x="70157" y="152326"/>
                </a:lnTo>
                <a:lnTo>
                  <a:pt x="74900" y="152326"/>
                </a:lnTo>
                <a:lnTo>
                  <a:pt x="85922" y="141304"/>
                </a:lnTo>
                <a:cubicBezTo>
                  <a:pt x="86225" y="141485"/>
                  <a:pt x="86529" y="141565"/>
                  <a:pt x="86819" y="141565"/>
                </a:cubicBezTo>
                <a:cubicBezTo>
                  <a:pt x="88159" y="141565"/>
                  <a:pt x="89160" y="139855"/>
                  <a:pt x="88037" y="138676"/>
                </a:cubicBezTo>
                <a:cubicBezTo>
                  <a:pt x="87677" y="138289"/>
                  <a:pt x="87245" y="138123"/>
                  <a:pt x="86823" y="13812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6E2303-A558-8602-73F0-98FB9E057014}"/>
              </a:ext>
            </a:extLst>
          </p:cNvPr>
          <p:cNvSpPr/>
          <p:nvPr/>
        </p:nvSpPr>
        <p:spPr>
          <a:xfrm>
            <a:off x="5482679" y="3658407"/>
            <a:ext cx="2826260" cy="598283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  <a:lumMod val="0"/>
                </a:schemeClr>
              </a:gs>
              <a:gs pos="100000">
                <a:schemeClr val="tx1">
                  <a:lumMod val="9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4FB131-6B85-8090-8898-9E4FDB4B72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5433" y="1264217"/>
            <a:ext cx="4666043" cy="308807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87072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>
          <a:extLst>
            <a:ext uri="{FF2B5EF4-FFF2-40B4-BE49-F238E27FC236}">
              <a16:creationId xmlns:a16="http://schemas.microsoft.com/office/drawing/2014/main" id="{4F945729-8DF1-317D-089B-DFDCDC21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1">
            <a:extLst>
              <a:ext uri="{FF2B5EF4-FFF2-40B4-BE49-F238E27FC236}">
                <a16:creationId xmlns:a16="http://schemas.microsoft.com/office/drawing/2014/main" id="{E7FFBB42-BCF1-A888-FBA5-86E0EBEF88A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DEEP LEARNING MODELS (YOLOV8)</a:t>
            </a:r>
            <a:endParaRPr dirty="0"/>
          </a:p>
        </p:txBody>
      </p:sp>
      <p:sp>
        <p:nvSpPr>
          <p:cNvPr id="1038" name="Google Shape;1038;p31">
            <a:extLst>
              <a:ext uri="{FF2B5EF4-FFF2-40B4-BE49-F238E27FC236}">
                <a16:creationId xmlns:a16="http://schemas.microsoft.com/office/drawing/2014/main" id="{02252949-1BB8-9B6A-42F1-012BC1F4D90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49950" y="2538924"/>
            <a:ext cx="2553574" cy="38782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DEEP LEARNING</a:t>
            </a:r>
            <a:endParaRPr dirty="0"/>
          </a:p>
        </p:txBody>
      </p:sp>
      <p:sp>
        <p:nvSpPr>
          <p:cNvPr id="1039" name="Google Shape;1039;p31">
            <a:extLst>
              <a:ext uri="{FF2B5EF4-FFF2-40B4-BE49-F238E27FC236}">
                <a16:creationId xmlns:a16="http://schemas.microsoft.com/office/drawing/2014/main" id="{FE47B973-A474-CB4F-904F-B39B1F55C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Enhancements</a:t>
            </a:r>
            <a:endParaRPr dirty="0"/>
          </a:p>
        </p:txBody>
      </p:sp>
      <p:sp>
        <p:nvSpPr>
          <p:cNvPr id="1040" name="Google Shape;1040;p31">
            <a:extLst>
              <a:ext uri="{FF2B5EF4-FFF2-40B4-BE49-F238E27FC236}">
                <a16:creationId xmlns:a16="http://schemas.microsoft.com/office/drawing/2014/main" id="{FC5C4521-8FD4-5467-7D31-20EACD2079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LICENSE PLATE RECOGNITION</a:t>
            </a:r>
            <a:endParaRPr dirty="0"/>
          </a:p>
        </p:txBody>
      </p:sp>
      <p:sp>
        <p:nvSpPr>
          <p:cNvPr id="1041" name="Google Shape;1041;p31">
            <a:extLst>
              <a:ext uri="{FF2B5EF4-FFF2-40B4-BE49-F238E27FC236}">
                <a16:creationId xmlns:a16="http://schemas.microsoft.com/office/drawing/2014/main" id="{F2EE29F8-50E8-486B-C8CA-08A36601DA2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tracking</a:t>
            </a:r>
            <a:endParaRPr dirty="0"/>
          </a:p>
        </p:txBody>
      </p:sp>
      <p:grpSp>
        <p:nvGrpSpPr>
          <p:cNvPr id="1042" name="Google Shape;1042;p31">
            <a:extLst>
              <a:ext uri="{FF2B5EF4-FFF2-40B4-BE49-F238E27FC236}">
                <a16:creationId xmlns:a16="http://schemas.microsoft.com/office/drawing/2014/main" id="{36A47E4C-3D85-F04F-600A-5E4AD13FA985}"/>
              </a:ext>
            </a:extLst>
          </p:cNvPr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>
              <a:extLst>
                <a:ext uri="{FF2B5EF4-FFF2-40B4-BE49-F238E27FC236}">
                  <a16:creationId xmlns:a16="http://schemas.microsoft.com/office/drawing/2014/main" id="{58ACB606-5F98-55BF-6399-76F78A0BD2CF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>
                <a:extLst>
                  <a:ext uri="{FF2B5EF4-FFF2-40B4-BE49-F238E27FC236}">
                    <a16:creationId xmlns:a16="http://schemas.microsoft.com/office/drawing/2014/main" id="{67952608-58EE-9C33-97F8-582D7374AD29}"/>
                  </a:ext>
                </a:extLst>
              </p:cNvPr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>
                <a:extLst>
                  <a:ext uri="{FF2B5EF4-FFF2-40B4-BE49-F238E27FC236}">
                    <a16:creationId xmlns:a16="http://schemas.microsoft.com/office/drawing/2014/main" id="{3001DCEE-2978-D61B-A12E-093A7A63D601}"/>
                  </a:ext>
                </a:extLst>
              </p:cNvPr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>
                <a:extLst>
                  <a:ext uri="{FF2B5EF4-FFF2-40B4-BE49-F238E27FC236}">
                    <a16:creationId xmlns:a16="http://schemas.microsoft.com/office/drawing/2014/main" id="{608FBCF8-718A-BE8B-2239-8709E7E32130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9677C68C-8AD3-5B33-9BE8-CAFE98152001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31">
            <a:extLst>
              <a:ext uri="{FF2B5EF4-FFF2-40B4-BE49-F238E27FC236}">
                <a16:creationId xmlns:a16="http://schemas.microsoft.com/office/drawing/2014/main" id="{06BD994B-DA98-CF60-1D30-2571B3334BF7}"/>
              </a:ext>
            </a:extLst>
          </p:cNvPr>
          <p:cNvSpPr/>
          <p:nvPr/>
        </p:nvSpPr>
        <p:spPr>
          <a:xfrm>
            <a:off x="886760" y="2017139"/>
            <a:ext cx="357688" cy="357339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31">
            <a:extLst>
              <a:ext uri="{FF2B5EF4-FFF2-40B4-BE49-F238E27FC236}">
                <a16:creationId xmlns:a16="http://schemas.microsoft.com/office/drawing/2014/main" id="{24951644-8D4B-A3B8-36BE-83065348C91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MULTIPLE COUNTRIES LPR</a:t>
            </a:r>
            <a:endParaRPr dirty="0"/>
          </a:p>
        </p:txBody>
      </p:sp>
      <p:sp>
        <p:nvSpPr>
          <p:cNvPr id="1055" name="Google Shape;1055;p31">
            <a:extLst>
              <a:ext uri="{FF2B5EF4-FFF2-40B4-BE49-F238E27FC236}">
                <a16:creationId xmlns:a16="http://schemas.microsoft.com/office/drawing/2014/main" id="{374D9432-8967-55A3-856A-01D5D8CD051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Generalization</a:t>
            </a:r>
            <a:endParaRPr dirty="0"/>
          </a:p>
        </p:txBody>
      </p:sp>
      <p:grpSp>
        <p:nvGrpSpPr>
          <p:cNvPr id="1056" name="Google Shape;1056;p31">
            <a:extLst>
              <a:ext uri="{FF2B5EF4-FFF2-40B4-BE49-F238E27FC236}">
                <a16:creationId xmlns:a16="http://schemas.microsoft.com/office/drawing/2014/main" id="{D60F96F1-5492-6DFB-E21D-76A438A61E67}"/>
              </a:ext>
            </a:extLst>
          </p:cNvPr>
          <p:cNvGrpSpPr/>
          <p:nvPr/>
        </p:nvGrpSpPr>
        <p:grpSpPr>
          <a:xfrm>
            <a:off x="6541944" y="4287300"/>
            <a:ext cx="713803" cy="706547"/>
            <a:chOff x="-4017975" y="616650"/>
            <a:chExt cx="814100" cy="805825"/>
          </a:xfrm>
        </p:grpSpPr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F81A07DF-B3EE-AF9C-BF3E-17EDC27784CD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1C187CD1-0E30-FA62-1E63-7AEE26724782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8A7E3C1F-5406-E980-94C4-958316F41D5A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FB8D21BE-3FE5-B649-52DA-ACA9F49E40B2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>
            <a:extLst>
              <a:ext uri="{FF2B5EF4-FFF2-40B4-BE49-F238E27FC236}">
                <a16:creationId xmlns:a16="http://schemas.microsoft.com/office/drawing/2014/main" id="{3DA8DCCC-6CF5-6AB4-B6DF-35103EDD6FF6}"/>
              </a:ext>
            </a:extLst>
          </p:cNvPr>
          <p:cNvGrpSpPr/>
          <p:nvPr/>
        </p:nvGrpSpPr>
        <p:grpSpPr>
          <a:xfrm>
            <a:off x="7462488" y="3721438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>
              <a:extLst>
                <a:ext uri="{FF2B5EF4-FFF2-40B4-BE49-F238E27FC236}">
                  <a16:creationId xmlns:a16="http://schemas.microsoft.com/office/drawing/2014/main" id="{E4C2B265-76CF-7409-D7EA-86D5E281E5A7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>
                <a:extLst>
                  <a:ext uri="{FF2B5EF4-FFF2-40B4-BE49-F238E27FC236}">
                    <a16:creationId xmlns:a16="http://schemas.microsoft.com/office/drawing/2014/main" id="{DC19ADBF-321D-2F75-4DA5-90875CB12E1B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>
                <a:extLst>
                  <a:ext uri="{FF2B5EF4-FFF2-40B4-BE49-F238E27FC236}">
                    <a16:creationId xmlns:a16="http://schemas.microsoft.com/office/drawing/2014/main" id="{13FAA913-625E-6306-A57F-2601D887D075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>
              <a:extLst>
                <a:ext uri="{FF2B5EF4-FFF2-40B4-BE49-F238E27FC236}">
                  <a16:creationId xmlns:a16="http://schemas.microsoft.com/office/drawing/2014/main" id="{5EE3E9BF-C0F3-1372-C747-F44D894E7AFD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>
                <a:extLst>
                  <a:ext uri="{FF2B5EF4-FFF2-40B4-BE49-F238E27FC236}">
                    <a16:creationId xmlns:a16="http://schemas.microsoft.com/office/drawing/2014/main" id="{04E891C7-05B7-8DDE-FB37-C3D892F6268D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>
                <a:extLst>
                  <a:ext uri="{FF2B5EF4-FFF2-40B4-BE49-F238E27FC236}">
                    <a16:creationId xmlns:a16="http://schemas.microsoft.com/office/drawing/2014/main" id="{F48C8567-895B-1D2C-7E0E-2398F3DB3D8F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>
                <a:extLst>
                  <a:ext uri="{FF2B5EF4-FFF2-40B4-BE49-F238E27FC236}">
                    <a16:creationId xmlns:a16="http://schemas.microsoft.com/office/drawing/2014/main" id="{BAA99DCB-B7E6-517F-732C-E8E1AF58A9FE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209;p58">
            <a:extLst>
              <a:ext uri="{FF2B5EF4-FFF2-40B4-BE49-F238E27FC236}">
                <a16:creationId xmlns:a16="http://schemas.microsoft.com/office/drawing/2014/main" id="{474F4B6A-EF3B-96FB-8716-9A9C0945CD3C}"/>
              </a:ext>
            </a:extLst>
          </p:cNvPr>
          <p:cNvGrpSpPr/>
          <p:nvPr/>
        </p:nvGrpSpPr>
        <p:grpSpPr>
          <a:xfrm>
            <a:off x="6771607" y="2050060"/>
            <a:ext cx="853656" cy="418727"/>
            <a:chOff x="834100" y="3642869"/>
            <a:chExt cx="1259483" cy="628426"/>
          </a:xfrm>
          <a:solidFill>
            <a:schemeClr val="bg1"/>
          </a:solidFill>
        </p:grpSpPr>
        <p:sp>
          <p:nvSpPr>
            <p:cNvPr id="3" name="Google Shape;8210;p58">
              <a:extLst>
                <a:ext uri="{FF2B5EF4-FFF2-40B4-BE49-F238E27FC236}">
                  <a16:creationId xmlns:a16="http://schemas.microsoft.com/office/drawing/2014/main" id="{133813E3-6F0D-278D-7C4B-0B99A750D208}"/>
                </a:ext>
              </a:extLst>
            </p:cNvPr>
            <p:cNvSpPr/>
            <p:nvPr/>
          </p:nvSpPr>
          <p:spPr>
            <a:xfrm>
              <a:off x="1557115" y="4061516"/>
              <a:ext cx="127079" cy="163426"/>
            </a:xfrm>
            <a:custGeom>
              <a:avLst/>
              <a:gdLst/>
              <a:ahLst/>
              <a:cxnLst/>
              <a:rect l="l" t="t" r="r" b="b"/>
              <a:pathLst>
                <a:path w="28816" h="37079" fill="none" extrusionOk="0">
                  <a:moveTo>
                    <a:pt x="28815" y="37078"/>
                  </a:moveTo>
                  <a:lnTo>
                    <a:pt x="17922" y="37078"/>
                  </a:lnTo>
                  <a:cubicBezTo>
                    <a:pt x="14829" y="37078"/>
                    <a:pt x="14212" y="33613"/>
                    <a:pt x="14212" y="33613"/>
                  </a:cubicBezTo>
                  <a:lnTo>
                    <a:pt x="14212" y="10631"/>
                  </a:lnTo>
                  <a:lnTo>
                    <a:pt x="0" y="10631"/>
                  </a:lnTo>
                  <a:lnTo>
                    <a:pt x="0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211;p58">
              <a:extLst>
                <a:ext uri="{FF2B5EF4-FFF2-40B4-BE49-F238E27FC236}">
                  <a16:creationId xmlns:a16="http://schemas.microsoft.com/office/drawing/2014/main" id="{FBE0F441-B1DF-E29D-F18B-D42B5A75C51C}"/>
                </a:ext>
              </a:extLst>
            </p:cNvPr>
            <p:cNvSpPr/>
            <p:nvPr/>
          </p:nvSpPr>
          <p:spPr>
            <a:xfrm>
              <a:off x="1847875" y="4224937"/>
              <a:ext cx="161119" cy="4"/>
            </a:xfrm>
            <a:custGeom>
              <a:avLst/>
              <a:gdLst/>
              <a:ahLst/>
              <a:cxnLst/>
              <a:rect l="l" t="t" r="r" b="b"/>
              <a:pathLst>
                <a:path w="36535" h="1" fill="none" extrusionOk="0">
                  <a:moveTo>
                    <a:pt x="1" y="0"/>
                  </a:moveTo>
                  <a:lnTo>
                    <a:pt x="36535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212;p58">
              <a:extLst>
                <a:ext uri="{FF2B5EF4-FFF2-40B4-BE49-F238E27FC236}">
                  <a16:creationId xmlns:a16="http://schemas.microsoft.com/office/drawing/2014/main" id="{39C276A1-3014-F155-DD66-A448FE066818}"/>
                </a:ext>
              </a:extLst>
            </p:cNvPr>
            <p:cNvSpPr/>
            <p:nvPr/>
          </p:nvSpPr>
          <p:spPr>
            <a:xfrm>
              <a:off x="1684189" y="4176763"/>
              <a:ext cx="163690" cy="94532"/>
            </a:xfrm>
            <a:custGeom>
              <a:avLst/>
              <a:gdLst/>
              <a:ahLst/>
              <a:cxnLst/>
              <a:rect l="l" t="t" r="r" b="b"/>
              <a:pathLst>
                <a:path w="37118" h="21448" extrusionOk="0">
                  <a:moveTo>
                    <a:pt x="4950" y="1"/>
                  </a:moveTo>
                  <a:cubicBezTo>
                    <a:pt x="2218" y="1"/>
                    <a:pt x="0" y="2679"/>
                    <a:pt x="0" y="5984"/>
                  </a:cubicBezTo>
                  <a:lnTo>
                    <a:pt x="0" y="15461"/>
                  </a:lnTo>
                  <a:cubicBezTo>
                    <a:pt x="0" y="18766"/>
                    <a:pt x="2218" y="21447"/>
                    <a:pt x="4950" y="21447"/>
                  </a:cubicBezTo>
                  <a:lnTo>
                    <a:pt x="32168" y="21447"/>
                  </a:lnTo>
                  <a:cubicBezTo>
                    <a:pt x="34904" y="21447"/>
                    <a:pt x="37118" y="18766"/>
                    <a:pt x="37118" y="15461"/>
                  </a:cubicBezTo>
                  <a:lnTo>
                    <a:pt x="37118" y="5984"/>
                  </a:lnTo>
                  <a:cubicBezTo>
                    <a:pt x="37118" y="2679"/>
                    <a:pt x="34904" y="1"/>
                    <a:pt x="32168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213;p58">
              <a:extLst>
                <a:ext uri="{FF2B5EF4-FFF2-40B4-BE49-F238E27FC236}">
                  <a16:creationId xmlns:a16="http://schemas.microsoft.com/office/drawing/2014/main" id="{6BE5711E-066B-BC3A-13CE-959D329DFCC4}"/>
                </a:ext>
              </a:extLst>
            </p:cNvPr>
            <p:cNvSpPr/>
            <p:nvPr/>
          </p:nvSpPr>
          <p:spPr>
            <a:xfrm>
              <a:off x="1246916" y="3961205"/>
              <a:ext cx="77612" cy="4"/>
            </a:xfrm>
            <a:custGeom>
              <a:avLst/>
              <a:gdLst/>
              <a:ahLst/>
              <a:cxnLst/>
              <a:rect l="l" t="t" r="r" b="b"/>
              <a:pathLst>
                <a:path w="17599" h="1" fill="none" extrusionOk="0">
                  <a:moveTo>
                    <a:pt x="17598" y="0"/>
                  </a:moveTo>
                  <a:lnTo>
                    <a:pt x="1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214;p58">
              <a:extLst>
                <a:ext uri="{FF2B5EF4-FFF2-40B4-BE49-F238E27FC236}">
                  <a16:creationId xmlns:a16="http://schemas.microsoft.com/office/drawing/2014/main" id="{D818750D-97EE-1191-914B-FF4A900CC127}"/>
                </a:ext>
              </a:extLst>
            </p:cNvPr>
            <p:cNvSpPr/>
            <p:nvPr/>
          </p:nvSpPr>
          <p:spPr>
            <a:xfrm>
              <a:off x="854078" y="3861292"/>
              <a:ext cx="154429" cy="4"/>
            </a:xfrm>
            <a:custGeom>
              <a:avLst/>
              <a:gdLst/>
              <a:ahLst/>
              <a:cxnLst/>
              <a:rect l="l" t="t" r="r" b="b"/>
              <a:pathLst>
                <a:path w="35018" h="1" fill="none" extrusionOk="0">
                  <a:moveTo>
                    <a:pt x="35017" y="1"/>
                  </a:moveTo>
                  <a:lnTo>
                    <a:pt x="1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215;p58">
              <a:extLst>
                <a:ext uri="{FF2B5EF4-FFF2-40B4-BE49-F238E27FC236}">
                  <a16:creationId xmlns:a16="http://schemas.microsoft.com/office/drawing/2014/main" id="{ACC09493-EB9C-AD45-7598-2243A5C93777}"/>
                </a:ext>
              </a:extLst>
            </p:cNvPr>
            <p:cNvSpPr/>
            <p:nvPr/>
          </p:nvSpPr>
          <p:spPr>
            <a:xfrm>
              <a:off x="1164630" y="3861309"/>
              <a:ext cx="79574" cy="199792"/>
            </a:xfrm>
            <a:custGeom>
              <a:avLst/>
              <a:gdLst/>
              <a:ahLst/>
              <a:cxnLst/>
              <a:rect l="l" t="t" r="r" b="b"/>
              <a:pathLst>
                <a:path w="18044" h="45330" fill="none" extrusionOk="0">
                  <a:moveTo>
                    <a:pt x="0" y="45330"/>
                  </a:moveTo>
                  <a:lnTo>
                    <a:pt x="12418" y="45330"/>
                  </a:lnTo>
                  <a:cubicBezTo>
                    <a:pt x="15150" y="45330"/>
                    <a:pt x="18043" y="42619"/>
                    <a:pt x="18043" y="35634"/>
                  </a:cubicBezTo>
                  <a:lnTo>
                    <a:pt x="18043" y="9697"/>
                  </a:lnTo>
                  <a:cubicBezTo>
                    <a:pt x="18043" y="2711"/>
                    <a:pt x="15150" y="1"/>
                    <a:pt x="12418" y="1"/>
                  </a:cubicBezTo>
                  <a:lnTo>
                    <a:pt x="1715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216;p58">
              <a:extLst>
                <a:ext uri="{FF2B5EF4-FFF2-40B4-BE49-F238E27FC236}">
                  <a16:creationId xmlns:a16="http://schemas.microsoft.com/office/drawing/2014/main" id="{163A2E12-D57F-7A64-5A32-817601BBECFF}"/>
                </a:ext>
              </a:extLst>
            </p:cNvPr>
            <p:cNvSpPr/>
            <p:nvPr/>
          </p:nvSpPr>
          <p:spPr>
            <a:xfrm>
              <a:off x="854078" y="4061097"/>
              <a:ext cx="146866" cy="4"/>
            </a:xfrm>
            <a:custGeom>
              <a:avLst/>
              <a:gdLst/>
              <a:ahLst/>
              <a:cxnLst/>
              <a:rect l="l" t="t" r="r" b="b"/>
              <a:pathLst>
                <a:path w="33303" h="1" fill="none" extrusionOk="0">
                  <a:moveTo>
                    <a:pt x="1" y="1"/>
                  </a:moveTo>
                  <a:lnTo>
                    <a:pt x="33303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217;p58">
              <a:extLst>
                <a:ext uri="{FF2B5EF4-FFF2-40B4-BE49-F238E27FC236}">
                  <a16:creationId xmlns:a16="http://schemas.microsoft.com/office/drawing/2014/main" id="{D8A4366E-52C3-05A2-855A-903BE27A2CA1}"/>
                </a:ext>
              </a:extLst>
            </p:cNvPr>
            <p:cNvSpPr/>
            <p:nvPr/>
          </p:nvSpPr>
          <p:spPr>
            <a:xfrm>
              <a:off x="1000939" y="4005884"/>
              <a:ext cx="163695" cy="94514"/>
            </a:xfrm>
            <a:custGeom>
              <a:avLst/>
              <a:gdLst/>
              <a:ahLst/>
              <a:cxnLst/>
              <a:rect l="l" t="t" r="r" b="b"/>
              <a:pathLst>
                <a:path w="37119" h="21444" extrusionOk="0">
                  <a:moveTo>
                    <a:pt x="4947" y="1"/>
                  </a:moveTo>
                  <a:cubicBezTo>
                    <a:pt x="2215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5" y="21443"/>
                    <a:pt x="4947" y="21443"/>
                  </a:cubicBezTo>
                  <a:lnTo>
                    <a:pt x="32168" y="21443"/>
                  </a:lnTo>
                  <a:cubicBezTo>
                    <a:pt x="34901" y="21443"/>
                    <a:pt x="37118" y="18766"/>
                    <a:pt x="37118" y="15461"/>
                  </a:cubicBezTo>
                  <a:lnTo>
                    <a:pt x="37118" y="5983"/>
                  </a:lnTo>
                  <a:cubicBezTo>
                    <a:pt x="37118" y="2678"/>
                    <a:pt x="34901" y="1"/>
                    <a:pt x="32168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218;p58">
              <a:extLst>
                <a:ext uri="{FF2B5EF4-FFF2-40B4-BE49-F238E27FC236}">
                  <a16:creationId xmlns:a16="http://schemas.microsoft.com/office/drawing/2014/main" id="{4056E77E-655B-A4D9-4624-339D99BFB068}"/>
                </a:ext>
              </a:extLst>
            </p:cNvPr>
            <p:cNvSpPr/>
            <p:nvPr/>
          </p:nvSpPr>
          <p:spPr>
            <a:xfrm>
              <a:off x="1008502" y="3822418"/>
              <a:ext cx="163690" cy="94528"/>
            </a:xfrm>
            <a:custGeom>
              <a:avLst/>
              <a:gdLst/>
              <a:ahLst/>
              <a:cxnLst/>
              <a:rect l="l" t="t" r="r" b="b"/>
              <a:pathLst>
                <a:path w="37118" h="21447" extrusionOk="0">
                  <a:moveTo>
                    <a:pt x="4951" y="0"/>
                  </a:moveTo>
                  <a:cubicBezTo>
                    <a:pt x="2218" y="0"/>
                    <a:pt x="0" y="2678"/>
                    <a:pt x="0" y="5983"/>
                  </a:cubicBezTo>
                  <a:lnTo>
                    <a:pt x="0" y="15460"/>
                  </a:lnTo>
                  <a:cubicBezTo>
                    <a:pt x="0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0" y="21446"/>
                    <a:pt x="37118" y="18765"/>
                    <a:pt x="37118" y="15460"/>
                  </a:cubicBezTo>
                  <a:lnTo>
                    <a:pt x="37118" y="5983"/>
                  </a:lnTo>
                  <a:cubicBezTo>
                    <a:pt x="37118" y="2678"/>
                    <a:pt x="34900" y="0"/>
                    <a:pt x="32168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219;p58">
              <a:extLst>
                <a:ext uri="{FF2B5EF4-FFF2-40B4-BE49-F238E27FC236}">
                  <a16:creationId xmlns:a16="http://schemas.microsoft.com/office/drawing/2014/main" id="{34AA12C0-7F30-14BE-CECD-E3E18F30A021}"/>
                </a:ext>
              </a:extLst>
            </p:cNvPr>
            <p:cNvSpPr/>
            <p:nvPr/>
          </p:nvSpPr>
          <p:spPr>
            <a:xfrm>
              <a:off x="1603156" y="3961205"/>
              <a:ext cx="77612" cy="4"/>
            </a:xfrm>
            <a:custGeom>
              <a:avLst/>
              <a:gdLst/>
              <a:ahLst/>
              <a:cxnLst/>
              <a:rect l="l" t="t" r="r" b="b"/>
              <a:pathLst>
                <a:path w="17599" h="1" fill="none" extrusionOk="0">
                  <a:moveTo>
                    <a:pt x="1" y="0"/>
                  </a:moveTo>
                  <a:lnTo>
                    <a:pt x="175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220;p58">
              <a:extLst>
                <a:ext uri="{FF2B5EF4-FFF2-40B4-BE49-F238E27FC236}">
                  <a16:creationId xmlns:a16="http://schemas.microsoft.com/office/drawing/2014/main" id="{58FDFBBF-0506-9E38-476B-CA0B2DFAF985}"/>
                </a:ext>
              </a:extLst>
            </p:cNvPr>
            <p:cNvSpPr/>
            <p:nvPr/>
          </p:nvSpPr>
          <p:spPr>
            <a:xfrm>
              <a:off x="1926576" y="3861292"/>
              <a:ext cx="144308" cy="4"/>
            </a:xfrm>
            <a:custGeom>
              <a:avLst/>
              <a:gdLst/>
              <a:ahLst/>
              <a:cxnLst/>
              <a:rect l="l" t="t" r="r" b="b"/>
              <a:pathLst>
                <a:path w="32723" h="1" fill="none" extrusionOk="0">
                  <a:moveTo>
                    <a:pt x="1" y="1"/>
                  </a:moveTo>
                  <a:lnTo>
                    <a:pt x="32723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221;p58">
              <a:extLst>
                <a:ext uri="{FF2B5EF4-FFF2-40B4-BE49-F238E27FC236}">
                  <a16:creationId xmlns:a16="http://schemas.microsoft.com/office/drawing/2014/main" id="{08548D5E-A385-C30E-4B02-16CA73E0814C}"/>
                </a:ext>
              </a:extLst>
            </p:cNvPr>
            <p:cNvSpPr/>
            <p:nvPr/>
          </p:nvSpPr>
          <p:spPr>
            <a:xfrm>
              <a:off x="1680763" y="3861309"/>
              <a:ext cx="82127" cy="199792"/>
            </a:xfrm>
            <a:custGeom>
              <a:avLst/>
              <a:gdLst/>
              <a:ahLst/>
              <a:cxnLst/>
              <a:rect l="l" t="t" r="r" b="b"/>
              <a:pathLst>
                <a:path w="18623" h="45330" fill="none" extrusionOk="0">
                  <a:moveTo>
                    <a:pt x="18623" y="45330"/>
                  </a:moveTo>
                  <a:lnTo>
                    <a:pt x="5625" y="45330"/>
                  </a:lnTo>
                  <a:cubicBezTo>
                    <a:pt x="2889" y="45330"/>
                    <a:pt x="0" y="42619"/>
                    <a:pt x="0" y="35634"/>
                  </a:cubicBezTo>
                  <a:lnTo>
                    <a:pt x="0" y="9697"/>
                  </a:lnTo>
                  <a:cubicBezTo>
                    <a:pt x="0" y="2711"/>
                    <a:pt x="2889" y="1"/>
                    <a:pt x="5625" y="1"/>
                  </a:cubicBezTo>
                  <a:lnTo>
                    <a:pt x="18623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222;p58">
              <a:extLst>
                <a:ext uri="{FF2B5EF4-FFF2-40B4-BE49-F238E27FC236}">
                  <a16:creationId xmlns:a16="http://schemas.microsoft.com/office/drawing/2014/main" id="{5D5DE8A4-4E64-2F23-3611-D7D84956A54D}"/>
                </a:ext>
              </a:extLst>
            </p:cNvPr>
            <p:cNvSpPr/>
            <p:nvPr/>
          </p:nvSpPr>
          <p:spPr>
            <a:xfrm>
              <a:off x="1926576" y="4061097"/>
              <a:ext cx="144308" cy="4"/>
            </a:xfrm>
            <a:custGeom>
              <a:avLst/>
              <a:gdLst/>
              <a:ahLst/>
              <a:cxnLst/>
              <a:rect l="l" t="t" r="r" b="b"/>
              <a:pathLst>
                <a:path w="32723" h="1" fill="none" extrusionOk="0">
                  <a:moveTo>
                    <a:pt x="32723" y="1"/>
                  </a:moveTo>
                  <a:lnTo>
                    <a:pt x="1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223;p58">
              <a:extLst>
                <a:ext uri="{FF2B5EF4-FFF2-40B4-BE49-F238E27FC236}">
                  <a16:creationId xmlns:a16="http://schemas.microsoft.com/office/drawing/2014/main" id="{80C8C46B-96AB-5D83-CCB5-B0F63ED34506}"/>
                </a:ext>
              </a:extLst>
            </p:cNvPr>
            <p:cNvSpPr/>
            <p:nvPr/>
          </p:nvSpPr>
          <p:spPr>
            <a:xfrm>
              <a:off x="1762436" y="3822418"/>
              <a:ext cx="163677" cy="94528"/>
            </a:xfrm>
            <a:custGeom>
              <a:avLst/>
              <a:gdLst/>
              <a:ahLst/>
              <a:cxnLst/>
              <a:rect l="l" t="t" r="r" b="b"/>
              <a:pathLst>
                <a:path w="37115" h="21447" extrusionOk="0">
                  <a:moveTo>
                    <a:pt x="4951" y="0"/>
                  </a:moveTo>
                  <a:cubicBezTo>
                    <a:pt x="2215" y="0"/>
                    <a:pt x="1" y="2678"/>
                    <a:pt x="1" y="5983"/>
                  </a:cubicBezTo>
                  <a:lnTo>
                    <a:pt x="1" y="15460"/>
                  </a:lnTo>
                  <a:cubicBezTo>
                    <a:pt x="1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1" y="21446"/>
                    <a:pt x="37115" y="18765"/>
                    <a:pt x="37115" y="15460"/>
                  </a:cubicBezTo>
                  <a:lnTo>
                    <a:pt x="37115" y="5983"/>
                  </a:lnTo>
                  <a:cubicBezTo>
                    <a:pt x="37115" y="2678"/>
                    <a:pt x="34901" y="0"/>
                    <a:pt x="32168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224;p58">
              <a:extLst>
                <a:ext uri="{FF2B5EF4-FFF2-40B4-BE49-F238E27FC236}">
                  <a16:creationId xmlns:a16="http://schemas.microsoft.com/office/drawing/2014/main" id="{342CEAD0-74AD-284A-ABA9-45FADAA7DDB3}"/>
                </a:ext>
              </a:extLst>
            </p:cNvPr>
            <p:cNvSpPr/>
            <p:nvPr/>
          </p:nvSpPr>
          <p:spPr>
            <a:xfrm>
              <a:off x="1762886" y="4005884"/>
              <a:ext cx="163695" cy="94514"/>
            </a:xfrm>
            <a:custGeom>
              <a:avLst/>
              <a:gdLst/>
              <a:ahLst/>
              <a:cxnLst/>
              <a:rect l="l" t="t" r="r" b="b"/>
              <a:pathLst>
                <a:path w="37119" h="21444" extrusionOk="0">
                  <a:moveTo>
                    <a:pt x="4951" y="1"/>
                  </a:moveTo>
                  <a:cubicBezTo>
                    <a:pt x="2219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9" y="21443"/>
                    <a:pt x="4951" y="21443"/>
                  </a:cubicBezTo>
                  <a:lnTo>
                    <a:pt x="32168" y="21443"/>
                  </a:lnTo>
                  <a:cubicBezTo>
                    <a:pt x="34901" y="21443"/>
                    <a:pt x="37119" y="18766"/>
                    <a:pt x="37119" y="15461"/>
                  </a:cubicBezTo>
                  <a:lnTo>
                    <a:pt x="37119" y="5983"/>
                  </a:lnTo>
                  <a:cubicBezTo>
                    <a:pt x="37119" y="2678"/>
                    <a:pt x="34901" y="1"/>
                    <a:pt x="32168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225;p58">
              <a:extLst>
                <a:ext uri="{FF2B5EF4-FFF2-40B4-BE49-F238E27FC236}">
                  <a16:creationId xmlns:a16="http://schemas.microsoft.com/office/drawing/2014/main" id="{D39BD8B5-243A-BCE3-1984-0337D5E5A7D0}"/>
                </a:ext>
              </a:extLst>
            </p:cNvPr>
            <p:cNvSpPr/>
            <p:nvPr/>
          </p:nvSpPr>
          <p:spPr>
            <a:xfrm>
              <a:off x="1325004" y="3820086"/>
              <a:ext cx="278558" cy="278382"/>
            </a:xfrm>
            <a:custGeom>
              <a:avLst/>
              <a:gdLst/>
              <a:ahLst/>
              <a:cxnLst/>
              <a:rect l="l" t="t" r="r" b="b"/>
              <a:pathLst>
                <a:path w="63165" h="63161" fill="none" extrusionOk="0">
                  <a:moveTo>
                    <a:pt x="63165" y="31580"/>
                  </a:moveTo>
                  <a:cubicBezTo>
                    <a:pt x="63165" y="49021"/>
                    <a:pt x="49025" y="63161"/>
                    <a:pt x="31585" y="63161"/>
                  </a:cubicBezTo>
                  <a:cubicBezTo>
                    <a:pt x="14140" y="63161"/>
                    <a:pt x="1" y="49021"/>
                    <a:pt x="1" y="31580"/>
                  </a:cubicBezTo>
                  <a:cubicBezTo>
                    <a:pt x="1" y="14140"/>
                    <a:pt x="14140" y="0"/>
                    <a:pt x="31585" y="0"/>
                  </a:cubicBezTo>
                  <a:cubicBezTo>
                    <a:pt x="49025" y="0"/>
                    <a:pt x="63165" y="14140"/>
                    <a:pt x="63165" y="3158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226;p58">
              <a:extLst>
                <a:ext uri="{FF2B5EF4-FFF2-40B4-BE49-F238E27FC236}">
                  <a16:creationId xmlns:a16="http://schemas.microsoft.com/office/drawing/2014/main" id="{46C78535-0049-B33D-FD1C-FE57C3C9F0F2}"/>
                </a:ext>
              </a:extLst>
            </p:cNvPr>
            <p:cNvSpPr/>
            <p:nvPr/>
          </p:nvSpPr>
          <p:spPr>
            <a:xfrm>
              <a:off x="1235816" y="3689223"/>
              <a:ext cx="134752" cy="171223"/>
            </a:xfrm>
            <a:custGeom>
              <a:avLst/>
              <a:gdLst/>
              <a:ahLst/>
              <a:cxnLst/>
              <a:rect l="l" t="t" r="r" b="b"/>
              <a:pathLst>
                <a:path w="30556" h="38848" fill="none" extrusionOk="0">
                  <a:moveTo>
                    <a:pt x="1" y="1"/>
                  </a:moveTo>
                  <a:lnTo>
                    <a:pt x="12633" y="1"/>
                  </a:lnTo>
                  <a:cubicBezTo>
                    <a:pt x="15723" y="1"/>
                    <a:pt x="16343" y="3466"/>
                    <a:pt x="16343" y="3466"/>
                  </a:cubicBezTo>
                  <a:lnTo>
                    <a:pt x="16343" y="26448"/>
                  </a:lnTo>
                  <a:lnTo>
                    <a:pt x="30556" y="26448"/>
                  </a:lnTo>
                  <a:lnTo>
                    <a:pt x="30556" y="38848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227;p58">
              <a:extLst>
                <a:ext uri="{FF2B5EF4-FFF2-40B4-BE49-F238E27FC236}">
                  <a16:creationId xmlns:a16="http://schemas.microsoft.com/office/drawing/2014/main" id="{020D4E5E-D9E7-7811-7CE9-A2087DD3CBEA}"/>
                </a:ext>
              </a:extLst>
            </p:cNvPr>
            <p:cNvSpPr/>
            <p:nvPr/>
          </p:nvSpPr>
          <p:spPr>
            <a:xfrm>
              <a:off x="910512" y="3689223"/>
              <a:ext cx="161618" cy="4"/>
            </a:xfrm>
            <a:custGeom>
              <a:avLst/>
              <a:gdLst/>
              <a:ahLst/>
              <a:cxnLst/>
              <a:rect l="l" t="t" r="r" b="b"/>
              <a:pathLst>
                <a:path w="36648" h="1" fill="none" extrusionOk="0">
                  <a:moveTo>
                    <a:pt x="36648" y="1"/>
                  </a:moveTo>
                  <a:lnTo>
                    <a:pt x="1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228;p58">
              <a:extLst>
                <a:ext uri="{FF2B5EF4-FFF2-40B4-BE49-F238E27FC236}">
                  <a16:creationId xmlns:a16="http://schemas.microsoft.com/office/drawing/2014/main" id="{819570CE-BC64-1303-70A0-440E5AA9CE5A}"/>
                </a:ext>
              </a:extLst>
            </p:cNvPr>
            <p:cNvSpPr/>
            <p:nvPr/>
          </p:nvSpPr>
          <p:spPr>
            <a:xfrm>
              <a:off x="1072126" y="3642869"/>
              <a:ext cx="163695" cy="94532"/>
            </a:xfrm>
            <a:custGeom>
              <a:avLst/>
              <a:gdLst/>
              <a:ahLst/>
              <a:cxnLst/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82"/>
                    <a:pt x="1" y="5987"/>
                  </a:cubicBezTo>
                  <a:lnTo>
                    <a:pt x="1" y="15464"/>
                  </a:lnTo>
                  <a:cubicBezTo>
                    <a:pt x="1" y="18769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9"/>
                    <a:pt x="37119" y="15464"/>
                  </a:cubicBezTo>
                  <a:lnTo>
                    <a:pt x="37119" y="5987"/>
                  </a:lnTo>
                  <a:cubicBezTo>
                    <a:pt x="37119" y="2682"/>
                    <a:pt x="34904" y="1"/>
                    <a:pt x="32172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229;p58">
              <a:extLst>
                <a:ext uri="{FF2B5EF4-FFF2-40B4-BE49-F238E27FC236}">
                  <a16:creationId xmlns:a16="http://schemas.microsoft.com/office/drawing/2014/main" id="{78132AD8-A646-0DEE-4ACA-252E381E86F4}"/>
                </a:ext>
              </a:extLst>
            </p:cNvPr>
            <p:cNvSpPr/>
            <p:nvPr/>
          </p:nvSpPr>
          <p:spPr>
            <a:xfrm>
              <a:off x="1235913" y="4073301"/>
              <a:ext cx="134655" cy="151640"/>
            </a:xfrm>
            <a:custGeom>
              <a:avLst/>
              <a:gdLst/>
              <a:ahLst/>
              <a:cxnLst/>
              <a:rect l="l" t="t" r="r" b="b"/>
              <a:pathLst>
                <a:path w="30534" h="34405" fill="none" extrusionOk="0">
                  <a:moveTo>
                    <a:pt x="0" y="34404"/>
                  </a:moveTo>
                  <a:lnTo>
                    <a:pt x="12611" y="34404"/>
                  </a:lnTo>
                  <a:cubicBezTo>
                    <a:pt x="15705" y="34404"/>
                    <a:pt x="16325" y="30939"/>
                    <a:pt x="16325" y="30939"/>
                  </a:cubicBezTo>
                  <a:lnTo>
                    <a:pt x="16325" y="7957"/>
                  </a:lnTo>
                  <a:lnTo>
                    <a:pt x="30534" y="7957"/>
                  </a:lnTo>
                  <a:lnTo>
                    <a:pt x="30534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230;p58">
              <a:extLst>
                <a:ext uri="{FF2B5EF4-FFF2-40B4-BE49-F238E27FC236}">
                  <a16:creationId xmlns:a16="http://schemas.microsoft.com/office/drawing/2014/main" id="{4A2B3292-FAAD-A14B-7765-ED0B2F823A82}"/>
                </a:ext>
              </a:extLst>
            </p:cNvPr>
            <p:cNvSpPr/>
            <p:nvPr/>
          </p:nvSpPr>
          <p:spPr>
            <a:xfrm>
              <a:off x="910512" y="4224937"/>
              <a:ext cx="161618" cy="4"/>
            </a:xfrm>
            <a:custGeom>
              <a:avLst/>
              <a:gdLst/>
              <a:ahLst/>
              <a:cxnLst/>
              <a:rect l="l" t="t" r="r" b="b"/>
              <a:pathLst>
                <a:path w="36648" h="1" fill="none" extrusionOk="0">
                  <a:moveTo>
                    <a:pt x="36648" y="0"/>
                  </a:moveTo>
                  <a:lnTo>
                    <a:pt x="1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231;p58">
              <a:extLst>
                <a:ext uri="{FF2B5EF4-FFF2-40B4-BE49-F238E27FC236}">
                  <a16:creationId xmlns:a16="http://schemas.microsoft.com/office/drawing/2014/main" id="{8BCA6827-4BF7-2B9F-4643-90AA672EBAFB}"/>
                </a:ext>
              </a:extLst>
            </p:cNvPr>
            <p:cNvSpPr/>
            <p:nvPr/>
          </p:nvSpPr>
          <p:spPr>
            <a:xfrm>
              <a:off x="1072126" y="4176763"/>
              <a:ext cx="163695" cy="94532"/>
            </a:xfrm>
            <a:custGeom>
              <a:avLst/>
              <a:gdLst/>
              <a:ahLst/>
              <a:cxnLst/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79"/>
                    <a:pt x="1" y="5984"/>
                  </a:cubicBezTo>
                  <a:lnTo>
                    <a:pt x="1" y="15461"/>
                  </a:lnTo>
                  <a:cubicBezTo>
                    <a:pt x="1" y="18766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6"/>
                    <a:pt x="37119" y="15461"/>
                  </a:cubicBezTo>
                  <a:lnTo>
                    <a:pt x="37119" y="5984"/>
                  </a:lnTo>
                  <a:cubicBezTo>
                    <a:pt x="37119" y="2679"/>
                    <a:pt x="34904" y="1"/>
                    <a:pt x="32172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232;p58">
              <a:extLst>
                <a:ext uri="{FF2B5EF4-FFF2-40B4-BE49-F238E27FC236}">
                  <a16:creationId xmlns:a16="http://schemas.microsoft.com/office/drawing/2014/main" id="{9B3B793F-D69C-764B-17F3-C1EFBF6532D4}"/>
                </a:ext>
              </a:extLst>
            </p:cNvPr>
            <p:cNvSpPr/>
            <p:nvPr/>
          </p:nvSpPr>
          <p:spPr>
            <a:xfrm>
              <a:off x="1562328" y="3689223"/>
              <a:ext cx="128816" cy="171223"/>
            </a:xfrm>
            <a:custGeom>
              <a:avLst/>
              <a:gdLst/>
              <a:ahLst/>
              <a:cxnLst/>
              <a:rect l="l" t="t" r="r" b="b"/>
              <a:pathLst>
                <a:path w="29210" h="38848" fill="none" extrusionOk="0">
                  <a:moveTo>
                    <a:pt x="29209" y="1"/>
                  </a:moveTo>
                  <a:lnTo>
                    <a:pt x="17922" y="1"/>
                  </a:lnTo>
                  <a:cubicBezTo>
                    <a:pt x="14829" y="1"/>
                    <a:pt x="14209" y="3466"/>
                    <a:pt x="14209" y="3466"/>
                  </a:cubicBezTo>
                  <a:lnTo>
                    <a:pt x="14209" y="26448"/>
                  </a:lnTo>
                  <a:lnTo>
                    <a:pt x="0" y="26448"/>
                  </a:lnTo>
                  <a:lnTo>
                    <a:pt x="0" y="38848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233;p58">
              <a:extLst>
                <a:ext uri="{FF2B5EF4-FFF2-40B4-BE49-F238E27FC236}">
                  <a16:creationId xmlns:a16="http://schemas.microsoft.com/office/drawing/2014/main" id="{0A967538-4E93-2D79-66D4-40162A640CBA}"/>
                </a:ext>
              </a:extLst>
            </p:cNvPr>
            <p:cNvSpPr/>
            <p:nvPr/>
          </p:nvSpPr>
          <p:spPr>
            <a:xfrm>
              <a:off x="1854826" y="3689223"/>
              <a:ext cx="154169" cy="4"/>
            </a:xfrm>
            <a:custGeom>
              <a:avLst/>
              <a:gdLst/>
              <a:ahLst/>
              <a:cxnLst/>
              <a:rect l="l" t="t" r="r" b="b"/>
              <a:pathLst>
                <a:path w="34959" h="1" fill="none" extrusionOk="0">
                  <a:moveTo>
                    <a:pt x="1" y="1"/>
                  </a:moveTo>
                  <a:lnTo>
                    <a:pt x="34959" y="1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234;p58">
              <a:extLst>
                <a:ext uri="{FF2B5EF4-FFF2-40B4-BE49-F238E27FC236}">
                  <a16:creationId xmlns:a16="http://schemas.microsoft.com/office/drawing/2014/main" id="{6AD277B3-8E73-2A96-9714-32AE8CF52C37}"/>
                </a:ext>
              </a:extLst>
            </p:cNvPr>
            <p:cNvSpPr/>
            <p:nvPr/>
          </p:nvSpPr>
          <p:spPr>
            <a:xfrm>
              <a:off x="1691140" y="3642869"/>
              <a:ext cx="163690" cy="94532"/>
            </a:xfrm>
            <a:custGeom>
              <a:avLst/>
              <a:gdLst/>
              <a:ahLst/>
              <a:cxnLst/>
              <a:rect l="l" t="t" r="r" b="b"/>
              <a:pathLst>
                <a:path w="37118" h="21448" extrusionOk="0">
                  <a:moveTo>
                    <a:pt x="4947" y="1"/>
                  </a:moveTo>
                  <a:cubicBezTo>
                    <a:pt x="2214" y="1"/>
                    <a:pt x="0" y="2682"/>
                    <a:pt x="0" y="5987"/>
                  </a:cubicBezTo>
                  <a:lnTo>
                    <a:pt x="0" y="15464"/>
                  </a:lnTo>
                  <a:cubicBezTo>
                    <a:pt x="0" y="18769"/>
                    <a:pt x="2214" y="21447"/>
                    <a:pt x="4950" y="21447"/>
                  </a:cubicBezTo>
                  <a:lnTo>
                    <a:pt x="32168" y="21447"/>
                  </a:lnTo>
                  <a:cubicBezTo>
                    <a:pt x="34900" y="21447"/>
                    <a:pt x="37118" y="18769"/>
                    <a:pt x="37118" y="15464"/>
                  </a:cubicBezTo>
                  <a:lnTo>
                    <a:pt x="37118" y="5987"/>
                  </a:lnTo>
                  <a:cubicBezTo>
                    <a:pt x="37118" y="2682"/>
                    <a:pt x="34900" y="1"/>
                    <a:pt x="32168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" name="Google Shape;8235;p58">
              <a:extLst>
                <a:ext uri="{FF2B5EF4-FFF2-40B4-BE49-F238E27FC236}">
                  <a16:creationId xmlns:a16="http://schemas.microsoft.com/office/drawing/2014/main" id="{F2FC94F6-FACD-95C2-6C1D-A19E8559F33B}"/>
                </a:ext>
              </a:extLst>
            </p:cNvPr>
            <p:cNvGrpSpPr/>
            <p:nvPr/>
          </p:nvGrpSpPr>
          <p:grpSpPr>
            <a:xfrm>
              <a:off x="1360364" y="3847835"/>
              <a:ext cx="208119" cy="224359"/>
              <a:chOff x="1360769" y="3847100"/>
              <a:chExt cx="208119" cy="224359"/>
            </a:xfrm>
            <a:grpFill/>
          </p:grpSpPr>
          <p:sp>
            <p:nvSpPr>
              <p:cNvPr id="43" name="Google Shape;8236;p58">
                <a:extLst>
                  <a:ext uri="{FF2B5EF4-FFF2-40B4-BE49-F238E27FC236}">
                    <a16:creationId xmlns:a16="http://schemas.microsoft.com/office/drawing/2014/main" id="{AC2D6AAE-8D7D-4C78-DB8E-897EEE83A009}"/>
                  </a:ext>
                </a:extLst>
              </p:cNvPr>
              <p:cNvSpPr/>
              <p:nvPr/>
            </p:nvSpPr>
            <p:spPr>
              <a:xfrm>
                <a:off x="1360769" y="3847113"/>
                <a:ext cx="99163" cy="224346"/>
              </a:xfrm>
              <a:custGeom>
                <a:avLst/>
                <a:gdLst/>
                <a:ahLst/>
                <a:cxnLst/>
                <a:rect l="l" t="t" r="r" b="b"/>
                <a:pathLst>
                  <a:path w="22486" h="50901" fill="none" extrusionOk="0">
                    <a:moveTo>
                      <a:pt x="22384" y="2729"/>
                    </a:moveTo>
                    <a:cubicBezTo>
                      <a:pt x="22333" y="2383"/>
                      <a:pt x="22249" y="2040"/>
                      <a:pt x="22128" y="1711"/>
                    </a:cubicBezTo>
                    <a:cubicBezTo>
                      <a:pt x="21742" y="675"/>
                      <a:pt x="20979" y="1"/>
                      <a:pt x="19582" y="1"/>
                    </a:cubicBezTo>
                    <a:cubicBezTo>
                      <a:pt x="17966" y="1"/>
                      <a:pt x="17204" y="913"/>
                      <a:pt x="16883" y="2229"/>
                    </a:cubicBezTo>
                    <a:cubicBezTo>
                      <a:pt x="13443" y="1682"/>
                      <a:pt x="10331" y="4356"/>
                      <a:pt x="10353" y="7840"/>
                    </a:cubicBezTo>
                    <a:cubicBezTo>
                      <a:pt x="10353" y="7997"/>
                      <a:pt x="10364" y="8150"/>
                      <a:pt x="10378" y="8300"/>
                    </a:cubicBezTo>
                    <a:cubicBezTo>
                      <a:pt x="7945" y="7307"/>
                      <a:pt x="5147" y="7957"/>
                      <a:pt x="3404" y="9923"/>
                    </a:cubicBezTo>
                    <a:cubicBezTo>
                      <a:pt x="1660" y="11889"/>
                      <a:pt x="1343" y="14742"/>
                      <a:pt x="2616" y="17040"/>
                    </a:cubicBezTo>
                    <a:cubicBezTo>
                      <a:pt x="930" y="18382"/>
                      <a:pt x="0" y="20454"/>
                      <a:pt x="120" y="22607"/>
                    </a:cubicBezTo>
                    <a:cubicBezTo>
                      <a:pt x="241" y="24755"/>
                      <a:pt x="1394" y="26714"/>
                      <a:pt x="3218" y="27860"/>
                    </a:cubicBezTo>
                    <a:cubicBezTo>
                      <a:pt x="748" y="30913"/>
                      <a:pt x="1707" y="35462"/>
                      <a:pt x="5202" y="37260"/>
                    </a:cubicBezTo>
                    <a:cubicBezTo>
                      <a:pt x="5173" y="37490"/>
                      <a:pt x="5162" y="37720"/>
                      <a:pt x="5162" y="37954"/>
                    </a:cubicBezTo>
                    <a:cubicBezTo>
                      <a:pt x="5162" y="40832"/>
                      <a:pt x="7125" y="43243"/>
                      <a:pt x="9784" y="43943"/>
                    </a:cubicBezTo>
                    <a:cubicBezTo>
                      <a:pt x="10776" y="46782"/>
                      <a:pt x="13818" y="48350"/>
                      <a:pt x="16708" y="47511"/>
                    </a:cubicBezTo>
                    <a:cubicBezTo>
                      <a:pt x="16835" y="49437"/>
                      <a:pt x="17525" y="50900"/>
                      <a:pt x="19582" y="50900"/>
                    </a:cubicBezTo>
                    <a:cubicBezTo>
                      <a:pt x="22482" y="50900"/>
                      <a:pt x="22439" y="48390"/>
                      <a:pt x="22482" y="48401"/>
                    </a:cubicBezTo>
                    <a:cubicBezTo>
                      <a:pt x="22486" y="48401"/>
                      <a:pt x="22417" y="2722"/>
                      <a:pt x="22384" y="2729"/>
                    </a:cubicBezTo>
                    <a:close/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8237;p58">
                <a:extLst>
                  <a:ext uri="{FF2B5EF4-FFF2-40B4-BE49-F238E27FC236}">
                    <a16:creationId xmlns:a16="http://schemas.microsoft.com/office/drawing/2014/main" id="{7882D22E-2AA0-881D-A07A-7A2F1EC99CDF}"/>
                  </a:ext>
                </a:extLst>
              </p:cNvPr>
              <p:cNvSpPr/>
              <p:nvPr/>
            </p:nvSpPr>
            <p:spPr>
              <a:xfrm>
                <a:off x="1418941" y="3907967"/>
                <a:ext cx="40718" cy="51312"/>
              </a:xfrm>
              <a:custGeom>
                <a:avLst/>
                <a:gdLst/>
                <a:ahLst/>
                <a:cxnLst/>
                <a:rect l="l" t="t" r="r" b="b"/>
                <a:pathLst>
                  <a:path w="9233" h="11642" fill="none" extrusionOk="0">
                    <a:moveTo>
                      <a:pt x="9233" y="1"/>
                    </a:moveTo>
                    <a:cubicBezTo>
                      <a:pt x="9233" y="1"/>
                      <a:pt x="0" y="570"/>
                      <a:pt x="2586" y="11641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8238;p58">
                <a:extLst>
                  <a:ext uri="{FF2B5EF4-FFF2-40B4-BE49-F238E27FC236}">
                    <a16:creationId xmlns:a16="http://schemas.microsoft.com/office/drawing/2014/main" id="{01CF1A0B-A3D2-01D1-7E55-DB56EEAC00F1}"/>
                  </a:ext>
                </a:extLst>
              </p:cNvPr>
              <p:cNvSpPr/>
              <p:nvPr/>
            </p:nvSpPr>
            <p:spPr>
              <a:xfrm>
                <a:off x="1432983" y="3877824"/>
                <a:ext cx="26566" cy="25035"/>
              </a:xfrm>
              <a:custGeom>
                <a:avLst/>
                <a:gdLst/>
                <a:ahLst/>
                <a:cxnLst/>
                <a:rect l="l" t="t" r="r" b="b"/>
                <a:pathLst>
                  <a:path w="6024" h="5680" fill="none" extrusionOk="0">
                    <a:moveTo>
                      <a:pt x="1" y="1795"/>
                    </a:moveTo>
                    <a:cubicBezTo>
                      <a:pt x="1" y="1795"/>
                      <a:pt x="6023" y="0"/>
                      <a:pt x="6023" y="5680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8239;p58">
                <a:extLst>
                  <a:ext uri="{FF2B5EF4-FFF2-40B4-BE49-F238E27FC236}">
                    <a16:creationId xmlns:a16="http://schemas.microsoft.com/office/drawing/2014/main" id="{C977CDF2-871F-3B80-B791-CD9A8D513DC6}"/>
                  </a:ext>
                </a:extLst>
              </p:cNvPr>
              <p:cNvSpPr/>
              <p:nvPr/>
            </p:nvSpPr>
            <p:spPr>
              <a:xfrm>
                <a:off x="1406421" y="3881663"/>
                <a:ext cx="8727" cy="21196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4809" fill="none" extrusionOk="0">
                    <a:moveTo>
                      <a:pt x="1" y="1"/>
                    </a:moveTo>
                    <a:cubicBezTo>
                      <a:pt x="1" y="1"/>
                      <a:pt x="1" y="2730"/>
                      <a:pt x="1978" y="4809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8240;p58">
                <a:extLst>
                  <a:ext uri="{FF2B5EF4-FFF2-40B4-BE49-F238E27FC236}">
                    <a16:creationId xmlns:a16="http://schemas.microsoft.com/office/drawing/2014/main" id="{19E7F9E8-A561-7F7A-50C2-E94FF2BD1CD9}"/>
                  </a:ext>
                </a:extLst>
              </p:cNvPr>
              <p:cNvSpPr/>
              <p:nvPr/>
            </p:nvSpPr>
            <p:spPr>
              <a:xfrm>
                <a:off x="1372301" y="3910479"/>
                <a:ext cx="51967" cy="15131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3433" fill="none" extrusionOk="0">
                    <a:moveTo>
                      <a:pt x="1" y="2663"/>
                    </a:moveTo>
                    <a:cubicBezTo>
                      <a:pt x="3364" y="0"/>
                      <a:pt x="6622" y="3433"/>
                      <a:pt x="6622" y="3433"/>
                    </a:cubicBezTo>
                    <a:cubicBezTo>
                      <a:pt x="6622" y="3433"/>
                      <a:pt x="7307" y="387"/>
                      <a:pt x="11783" y="1653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8241;p58">
                <a:extLst>
                  <a:ext uri="{FF2B5EF4-FFF2-40B4-BE49-F238E27FC236}">
                    <a16:creationId xmlns:a16="http://schemas.microsoft.com/office/drawing/2014/main" id="{7FC6DA1D-40A2-76B7-DFE8-D229745A3465}"/>
                  </a:ext>
                </a:extLst>
              </p:cNvPr>
              <p:cNvSpPr/>
              <p:nvPr/>
            </p:nvSpPr>
            <p:spPr>
              <a:xfrm>
                <a:off x="1383436" y="3963823"/>
                <a:ext cx="27351" cy="50572"/>
              </a:xfrm>
              <a:custGeom>
                <a:avLst/>
                <a:gdLst/>
                <a:ahLst/>
                <a:cxnLst/>
                <a:rect l="l" t="t" r="r" b="b"/>
                <a:pathLst>
                  <a:path w="6202" h="11474" fill="none" extrusionOk="0">
                    <a:moveTo>
                      <a:pt x="22" y="11474"/>
                    </a:moveTo>
                    <a:cubicBezTo>
                      <a:pt x="22" y="11474"/>
                      <a:pt x="0" y="5735"/>
                      <a:pt x="4440" y="6297"/>
                    </a:cubicBezTo>
                    <a:cubicBezTo>
                      <a:pt x="4440" y="6297"/>
                      <a:pt x="2134" y="3149"/>
                      <a:pt x="6202" y="1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8242;p58">
                <a:extLst>
                  <a:ext uri="{FF2B5EF4-FFF2-40B4-BE49-F238E27FC236}">
                    <a16:creationId xmlns:a16="http://schemas.microsoft.com/office/drawing/2014/main" id="{071E8456-BBD6-C342-E8E0-7532117CD3F5}"/>
                  </a:ext>
                </a:extLst>
              </p:cNvPr>
              <p:cNvSpPr/>
              <p:nvPr/>
            </p:nvSpPr>
            <p:spPr>
              <a:xfrm>
                <a:off x="1398461" y="4014391"/>
                <a:ext cx="12132" cy="31518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7151" fill="none" extrusionOk="0">
                    <a:moveTo>
                      <a:pt x="2751" y="1"/>
                    </a:moveTo>
                    <a:cubicBezTo>
                      <a:pt x="2751" y="1"/>
                      <a:pt x="0" y="2963"/>
                      <a:pt x="1806" y="7151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8243;p58">
                <a:extLst>
                  <a:ext uri="{FF2B5EF4-FFF2-40B4-BE49-F238E27FC236}">
                    <a16:creationId xmlns:a16="http://schemas.microsoft.com/office/drawing/2014/main" id="{395B42C2-EA2D-0899-3004-3C1FF4420C6F}"/>
                  </a:ext>
                </a:extLst>
              </p:cNvPr>
              <p:cNvSpPr/>
              <p:nvPr/>
            </p:nvSpPr>
            <p:spPr>
              <a:xfrm>
                <a:off x="1424264" y="4012138"/>
                <a:ext cx="35284" cy="21165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4802" fill="none" extrusionOk="0">
                    <a:moveTo>
                      <a:pt x="8000" y="512"/>
                    </a:moveTo>
                    <a:cubicBezTo>
                      <a:pt x="3783" y="1"/>
                      <a:pt x="1978" y="4087"/>
                      <a:pt x="1978" y="4087"/>
                    </a:cubicBezTo>
                    <a:cubicBezTo>
                      <a:pt x="1978" y="4087"/>
                      <a:pt x="858" y="3598"/>
                      <a:pt x="0" y="4802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8244;p58">
                <a:extLst>
                  <a:ext uri="{FF2B5EF4-FFF2-40B4-BE49-F238E27FC236}">
                    <a16:creationId xmlns:a16="http://schemas.microsoft.com/office/drawing/2014/main" id="{5BF2BEC7-8C12-4135-2E25-9394B0FAA95E}"/>
                  </a:ext>
                </a:extLst>
              </p:cNvPr>
              <p:cNvSpPr/>
              <p:nvPr/>
            </p:nvSpPr>
            <p:spPr>
              <a:xfrm>
                <a:off x="1397156" y="3942280"/>
                <a:ext cx="31183" cy="17449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3959" fill="none" extrusionOk="0">
                    <a:moveTo>
                      <a:pt x="7070" y="1"/>
                    </a:moveTo>
                    <a:cubicBezTo>
                      <a:pt x="7070" y="1"/>
                      <a:pt x="2802" y="3959"/>
                      <a:pt x="1" y="1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8245;p58">
                <a:extLst>
                  <a:ext uri="{FF2B5EF4-FFF2-40B4-BE49-F238E27FC236}">
                    <a16:creationId xmlns:a16="http://schemas.microsoft.com/office/drawing/2014/main" id="{62266D88-9FFF-FA73-4C6F-A5787FC39B7E}"/>
                  </a:ext>
                </a:extLst>
              </p:cNvPr>
              <p:cNvSpPr/>
              <p:nvPr/>
            </p:nvSpPr>
            <p:spPr>
              <a:xfrm>
                <a:off x="1428334" y="3973727"/>
                <a:ext cx="31214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7078" h="3489" fill="none" extrusionOk="0">
                    <a:moveTo>
                      <a:pt x="0" y="1125"/>
                    </a:moveTo>
                    <a:cubicBezTo>
                      <a:pt x="0" y="1125"/>
                      <a:pt x="4411" y="1"/>
                      <a:pt x="7077" y="3488"/>
                    </a:cubicBezTo>
                  </a:path>
                </a:pathLst>
              </a:custGeom>
              <a:grpFill/>
              <a:ln w="9525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8246;p58">
                <a:extLst>
                  <a:ext uri="{FF2B5EF4-FFF2-40B4-BE49-F238E27FC236}">
                    <a16:creationId xmlns:a16="http://schemas.microsoft.com/office/drawing/2014/main" id="{1B7DF7A8-6FEA-EB71-8C57-2353333F3F64}"/>
                  </a:ext>
                </a:extLst>
              </p:cNvPr>
              <p:cNvSpPr/>
              <p:nvPr/>
            </p:nvSpPr>
            <p:spPr>
              <a:xfrm>
                <a:off x="1468924" y="3907967"/>
                <a:ext cx="40704" cy="51312"/>
              </a:xfrm>
              <a:custGeom>
                <a:avLst/>
                <a:gdLst/>
                <a:ahLst/>
                <a:cxnLst/>
                <a:rect l="l" t="t" r="r" b="b"/>
                <a:pathLst>
                  <a:path w="9230" h="11642" fill="none" extrusionOk="0">
                    <a:moveTo>
                      <a:pt x="0" y="1"/>
                    </a:moveTo>
                    <a:cubicBezTo>
                      <a:pt x="0" y="1"/>
                      <a:pt x="9229" y="570"/>
                      <a:pt x="6647" y="11641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8247;p58">
                <a:extLst>
                  <a:ext uri="{FF2B5EF4-FFF2-40B4-BE49-F238E27FC236}">
                    <a16:creationId xmlns:a16="http://schemas.microsoft.com/office/drawing/2014/main" id="{BBA56EBA-1BDF-CFEE-34B7-964253ED921A}"/>
                  </a:ext>
                </a:extLst>
              </p:cNvPr>
              <p:cNvSpPr/>
              <p:nvPr/>
            </p:nvSpPr>
            <p:spPr>
              <a:xfrm>
                <a:off x="1469021" y="3877824"/>
                <a:ext cx="26561" cy="25035"/>
              </a:xfrm>
              <a:custGeom>
                <a:avLst/>
                <a:gdLst/>
                <a:ahLst/>
                <a:cxnLst/>
                <a:rect l="l" t="t" r="r" b="b"/>
                <a:pathLst>
                  <a:path w="6023" h="5680" fill="none" extrusionOk="0">
                    <a:moveTo>
                      <a:pt x="6023" y="1795"/>
                    </a:moveTo>
                    <a:cubicBezTo>
                      <a:pt x="6023" y="1795"/>
                      <a:pt x="0" y="0"/>
                      <a:pt x="0" y="5680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8248;p58">
                <a:extLst>
                  <a:ext uri="{FF2B5EF4-FFF2-40B4-BE49-F238E27FC236}">
                    <a16:creationId xmlns:a16="http://schemas.microsoft.com/office/drawing/2014/main" id="{238C8EF1-D488-0977-47E6-97B5B2B10F10}"/>
                  </a:ext>
                </a:extLst>
              </p:cNvPr>
              <p:cNvSpPr/>
              <p:nvPr/>
            </p:nvSpPr>
            <p:spPr>
              <a:xfrm>
                <a:off x="1513434" y="3881663"/>
                <a:ext cx="8710" cy="21196"/>
              </a:xfrm>
              <a:custGeom>
                <a:avLst/>
                <a:gdLst/>
                <a:ahLst/>
                <a:cxnLst/>
                <a:rect l="l" t="t" r="r" b="b"/>
                <a:pathLst>
                  <a:path w="1975" h="4809" fill="none" extrusionOk="0">
                    <a:moveTo>
                      <a:pt x="1975" y="1"/>
                    </a:moveTo>
                    <a:cubicBezTo>
                      <a:pt x="1975" y="1"/>
                      <a:pt x="1975" y="2730"/>
                      <a:pt x="1" y="4809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8249;p58">
                <a:extLst>
                  <a:ext uri="{FF2B5EF4-FFF2-40B4-BE49-F238E27FC236}">
                    <a16:creationId xmlns:a16="http://schemas.microsoft.com/office/drawing/2014/main" id="{FC5BEC69-9EE9-A787-EE70-CDE830B6E57F}"/>
                  </a:ext>
                </a:extLst>
              </p:cNvPr>
              <p:cNvSpPr/>
              <p:nvPr/>
            </p:nvSpPr>
            <p:spPr>
              <a:xfrm>
                <a:off x="1517778" y="3963823"/>
                <a:ext cx="27355" cy="50572"/>
              </a:xfrm>
              <a:custGeom>
                <a:avLst/>
                <a:gdLst/>
                <a:ahLst/>
                <a:cxnLst/>
                <a:rect l="l" t="t" r="r" b="b"/>
                <a:pathLst>
                  <a:path w="6203" h="11474" fill="none" extrusionOk="0">
                    <a:moveTo>
                      <a:pt x="6181" y="11474"/>
                    </a:moveTo>
                    <a:cubicBezTo>
                      <a:pt x="6181" y="11474"/>
                      <a:pt x="6202" y="5735"/>
                      <a:pt x="1767" y="6297"/>
                    </a:cubicBezTo>
                    <a:cubicBezTo>
                      <a:pt x="1767" y="6297"/>
                      <a:pt x="4068" y="3149"/>
                      <a:pt x="1" y="1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8250;p58">
                <a:extLst>
                  <a:ext uri="{FF2B5EF4-FFF2-40B4-BE49-F238E27FC236}">
                    <a16:creationId xmlns:a16="http://schemas.microsoft.com/office/drawing/2014/main" id="{B89CFD72-534F-16D0-30F9-B99174ECD41B}"/>
                  </a:ext>
                </a:extLst>
              </p:cNvPr>
              <p:cNvSpPr/>
              <p:nvPr/>
            </p:nvSpPr>
            <p:spPr>
              <a:xfrm>
                <a:off x="1517990" y="4014391"/>
                <a:ext cx="12119" cy="31518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7151" fill="none" extrusionOk="0">
                    <a:moveTo>
                      <a:pt x="0" y="1"/>
                    </a:moveTo>
                    <a:cubicBezTo>
                      <a:pt x="0" y="1"/>
                      <a:pt x="2747" y="2963"/>
                      <a:pt x="942" y="7151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8251;p58">
                <a:extLst>
                  <a:ext uri="{FF2B5EF4-FFF2-40B4-BE49-F238E27FC236}">
                    <a16:creationId xmlns:a16="http://schemas.microsoft.com/office/drawing/2014/main" id="{C39EDA79-2DC9-F312-CEC9-1509426B950F}"/>
                  </a:ext>
                </a:extLst>
              </p:cNvPr>
              <p:cNvSpPr/>
              <p:nvPr/>
            </p:nvSpPr>
            <p:spPr>
              <a:xfrm>
                <a:off x="1469021" y="4012138"/>
                <a:ext cx="35298" cy="21165"/>
              </a:xfrm>
              <a:custGeom>
                <a:avLst/>
                <a:gdLst/>
                <a:ahLst/>
                <a:cxnLst/>
                <a:rect l="l" t="t" r="r" b="b"/>
                <a:pathLst>
                  <a:path w="8004" h="4802" fill="none" extrusionOk="0">
                    <a:moveTo>
                      <a:pt x="0" y="512"/>
                    </a:moveTo>
                    <a:cubicBezTo>
                      <a:pt x="4217" y="1"/>
                      <a:pt x="6023" y="4087"/>
                      <a:pt x="6023" y="4087"/>
                    </a:cubicBezTo>
                    <a:cubicBezTo>
                      <a:pt x="6023" y="4087"/>
                      <a:pt x="7143" y="3598"/>
                      <a:pt x="8004" y="4802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8252;p58">
                <a:extLst>
                  <a:ext uri="{FF2B5EF4-FFF2-40B4-BE49-F238E27FC236}">
                    <a16:creationId xmlns:a16="http://schemas.microsoft.com/office/drawing/2014/main" id="{876C489E-E2FE-0254-88BF-550FE71E6DFA}"/>
                  </a:ext>
                </a:extLst>
              </p:cNvPr>
              <p:cNvSpPr/>
              <p:nvPr/>
            </p:nvSpPr>
            <p:spPr>
              <a:xfrm>
                <a:off x="1500244" y="3942280"/>
                <a:ext cx="31183" cy="17449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3959" fill="none" extrusionOk="0">
                    <a:moveTo>
                      <a:pt x="1" y="1"/>
                    </a:moveTo>
                    <a:cubicBezTo>
                      <a:pt x="1" y="1"/>
                      <a:pt x="4265" y="3959"/>
                      <a:pt x="7070" y="1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8253;p58">
                <a:extLst>
                  <a:ext uri="{FF2B5EF4-FFF2-40B4-BE49-F238E27FC236}">
                    <a16:creationId xmlns:a16="http://schemas.microsoft.com/office/drawing/2014/main" id="{3CCC9FA6-FF0C-4148-E582-064A4B2EDAAC}"/>
                  </a:ext>
                </a:extLst>
              </p:cNvPr>
              <p:cNvSpPr/>
              <p:nvPr/>
            </p:nvSpPr>
            <p:spPr>
              <a:xfrm>
                <a:off x="1469021" y="3973727"/>
                <a:ext cx="31227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7081" h="3489" fill="none" extrusionOk="0">
                    <a:moveTo>
                      <a:pt x="7081" y="1125"/>
                    </a:moveTo>
                    <a:cubicBezTo>
                      <a:pt x="7081" y="1125"/>
                      <a:pt x="2670" y="1"/>
                      <a:pt x="0" y="3488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8254;p58">
                <a:extLst>
                  <a:ext uri="{FF2B5EF4-FFF2-40B4-BE49-F238E27FC236}">
                    <a16:creationId xmlns:a16="http://schemas.microsoft.com/office/drawing/2014/main" id="{D9A4DF35-8629-3467-C5F6-3D4C7DA44ACD}"/>
                  </a:ext>
                </a:extLst>
              </p:cNvPr>
              <p:cNvSpPr/>
              <p:nvPr/>
            </p:nvSpPr>
            <p:spPr>
              <a:xfrm>
                <a:off x="1504314" y="3910479"/>
                <a:ext cx="51950" cy="15131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3433" fill="none" extrusionOk="0">
                    <a:moveTo>
                      <a:pt x="11780" y="2663"/>
                    </a:moveTo>
                    <a:cubicBezTo>
                      <a:pt x="8420" y="0"/>
                      <a:pt x="5162" y="3433"/>
                      <a:pt x="5162" y="3433"/>
                    </a:cubicBezTo>
                    <a:cubicBezTo>
                      <a:pt x="5162" y="3433"/>
                      <a:pt x="4473" y="387"/>
                      <a:pt x="1" y="1653"/>
                    </a:cubicBezTo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8255;p58">
                <a:extLst>
                  <a:ext uri="{FF2B5EF4-FFF2-40B4-BE49-F238E27FC236}">
                    <a16:creationId xmlns:a16="http://schemas.microsoft.com/office/drawing/2014/main" id="{3D74B837-EB16-FFF4-AD57-201C57C8BCF1}"/>
                  </a:ext>
                </a:extLst>
              </p:cNvPr>
              <p:cNvSpPr/>
              <p:nvPr/>
            </p:nvSpPr>
            <p:spPr>
              <a:xfrm>
                <a:off x="1469738" y="3847100"/>
                <a:ext cx="99150" cy="224346"/>
              </a:xfrm>
              <a:custGeom>
                <a:avLst/>
                <a:gdLst/>
                <a:ahLst/>
                <a:cxnLst/>
                <a:rect l="l" t="t" r="r" b="b"/>
                <a:pathLst>
                  <a:path w="22483" h="50901" fill="none" extrusionOk="0">
                    <a:moveTo>
                      <a:pt x="99" y="2729"/>
                    </a:moveTo>
                    <a:cubicBezTo>
                      <a:pt x="150" y="2383"/>
                      <a:pt x="237" y="2040"/>
                      <a:pt x="354" y="1711"/>
                    </a:cubicBezTo>
                    <a:cubicBezTo>
                      <a:pt x="744" y="675"/>
                      <a:pt x="1503" y="1"/>
                      <a:pt x="2900" y="1"/>
                    </a:cubicBezTo>
                    <a:cubicBezTo>
                      <a:pt x="4516" y="1"/>
                      <a:pt x="5282" y="913"/>
                      <a:pt x="5600" y="2229"/>
                    </a:cubicBezTo>
                    <a:cubicBezTo>
                      <a:pt x="9040" y="1682"/>
                      <a:pt x="12151" y="4356"/>
                      <a:pt x="12130" y="7840"/>
                    </a:cubicBezTo>
                    <a:cubicBezTo>
                      <a:pt x="12130" y="7997"/>
                      <a:pt x="12119" y="8150"/>
                      <a:pt x="12108" y="8300"/>
                    </a:cubicBezTo>
                    <a:cubicBezTo>
                      <a:pt x="14541" y="7307"/>
                      <a:pt x="17335" y="7957"/>
                      <a:pt x="19082" y="9923"/>
                    </a:cubicBezTo>
                    <a:cubicBezTo>
                      <a:pt x="20826" y="11889"/>
                      <a:pt x="21140" y="14742"/>
                      <a:pt x="19867" y="17040"/>
                    </a:cubicBezTo>
                    <a:cubicBezTo>
                      <a:pt x="21552" y="18379"/>
                      <a:pt x="22482" y="20454"/>
                      <a:pt x="22362" y="22603"/>
                    </a:cubicBezTo>
                    <a:cubicBezTo>
                      <a:pt x="22242" y="24755"/>
                      <a:pt x="21089" y="26714"/>
                      <a:pt x="19265" y="27860"/>
                    </a:cubicBezTo>
                    <a:cubicBezTo>
                      <a:pt x="20440" y="29308"/>
                      <a:pt x="20896" y="31205"/>
                      <a:pt x="20512" y="33029"/>
                    </a:cubicBezTo>
                    <a:cubicBezTo>
                      <a:pt x="20126" y="34853"/>
                      <a:pt x="18940" y="36407"/>
                      <a:pt x="17284" y="37257"/>
                    </a:cubicBezTo>
                    <a:cubicBezTo>
                      <a:pt x="17310" y="37487"/>
                      <a:pt x="17321" y="37720"/>
                      <a:pt x="17324" y="37950"/>
                    </a:cubicBezTo>
                    <a:cubicBezTo>
                      <a:pt x="17321" y="40766"/>
                      <a:pt x="15420" y="43225"/>
                      <a:pt x="12699" y="43940"/>
                    </a:cubicBezTo>
                    <a:cubicBezTo>
                      <a:pt x="11710" y="46782"/>
                      <a:pt x="8664" y="48350"/>
                      <a:pt x="5778" y="47507"/>
                    </a:cubicBezTo>
                    <a:cubicBezTo>
                      <a:pt x="5647" y="49434"/>
                      <a:pt x="4958" y="50900"/>
                      <a:pt x="2900" y="50900"/>
                    </a:cubicBezTo>
                    <a:cubicBezTo>
                      <a:pt x="0" y="50900"/>
                      <a:pt x="40" y="48390"/>
                      <a:pt x="0" y="48401"/>
                    </a:cubicBezTo>
                    <a:cubicBezTo>
                      <a:pt x="0" y="48401"/>
                      <a:pt x="69" y="2722"/>
                      <a:pt x="99" y="2729"/>
                    </a:cubicBezTo>
                    <a:close/>
                  </a:path>
                </a:pathLst>
              </a:custGeom>
              <a:grpFill/>
              <a:ln w="9525" cap="flat" cmpd="sng">
                <a:solidFill>
                  <a:schemeClr val="bg1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" name="Google Shape;8256;p58">
              <a:extLst>
                <a:ext uri="{FF2B5EF4-FFF2-40B4-BE49-F238E27FC236}">
                  <a16:creationId xmlns:a16="http://schemas.microsoft.com/office/drawing/2014/main" id="{1D3C2202-D578-1F1C-FF42-A0A182E04AED}"/>
                </a:ext>
              </a:extLst>
            </p:cNvPr>
            <p:cNvSpPr/>
            <p:nvPr/>
          </p:nvSpPr>
          <p:spPr>
            <a:xfrm>
              <a:off x="2008060" y="4212384"/>
              <a:ext cx="24537" cy="23585"/>
            </a:xfrm>
            <a:custGeom>
              <a:avLst/>
              <a:gdLst/>
              <a:ahLst/>
              <a:cxnLst/>
              <a:rect l="l" t="t" r="r" b="b"/>
              <a:pathLst>
                <a:path w="5564" h="5351" extrusionOk="0">
                  <a:moveTo>
                    <a:pt x="2887" y="0"/>
                  </a:moveTo>
                  <a:cubicBezTo>
                    <a:pt x="2190" y="0"/>
                    <a:pt x="1506" y="271"/>
                    <a:pt x="996" y="783"/>
                  </a:cubicBezTo>
                  <a:cubicBezTo>
                    <a:pt x="230" y="1550"/>
                    <a:pt x="0" y="2699"/>
                    <a:pt x="416" y="3698"/>
                  </a:cubicBezTo>
                  <a:cubicBezTo>
                    <a:pt x="828" y="4698"/>
                    <a:pt x="1806" y="5351"/>
                    <a:pt x="2886" y="5351"/>
                  </a:cubicBezTo>
                  <a:cubicBezTo>
                    <a:pt x="4363" y="5351"/>
                    <a:pt x="5560" y="4150"/>
                    <a:pt x="5563" y="2677"/>
                  </a:cubicBezTo>
                  <a:cubicBezTo>
                    <a:pt x="5560" y="1593"/>
                    <a:pt x="4911" y="619"/>
                    <a:pt x="3911" y="203"/>
                  </a:cubicBezTo>
                  <a:cubicBezTo>
                    <a:pt x="3580" y="67"/>
                    <a:pt x="3232" y="0"/>
                    <a:pt x="28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257;p58">
              <a:extLst>
                <a:ext uri="{FF2B5EF4-FFF2-40B4-BE49-F238E27FC236}">
                  <a16:creationId xmlns:a16="http://schemas.microsoft.com/office/drawing/2014/main" id="{05DD8736-28BB-D0BC-24DC-1582AE78C05B}"/>
                </a:ext>
              </a:extLst>
            </p:cNvPr>
            <p:cNvSpPr/>
            <p:nvPr/>
          </p:nvSpPr>
          <p:spPr>
            <a:xfrm>
              <a:off x="1545645" y="4049730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6" y="1"/>
                  </a:moveTo>
                  <a:cubicBezTo>
                    <a:pt x="1806" y="1"/>
                    <a:pt x="828" y="654"/>
                    <a:pt x="416" y="1653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7"/>
                    <a:pt x="2190" y="5349"/>
                    <a:pt x="2886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5"/>
                  </a:cubicBezTo>
                  <a:cubicBezTo>
                    <a:pt x="5560" y="1197"/>
                    <a:pt x="4363" y="1"/>
                    <a:pt x="288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258;p58">
              <a:extLst>
                <a:ext uri="{FF2B5EF4-FFF2-40B4-BE49-F238E27FC236}">
                  <a16:creationId xmlns:a16="http://schemas.microsoft.com/office/drawing/2014/main" id="{C139D0B2-A3AF-69C8-ED2C-AE21D66DCB11}"/>
                </a:ext>
              </a:extLst>
            </p:cNvPr>
            <p:cNvSpPr/>
            <p:nvPr/>
          </p:nvSpPr>
          <p:spPr>
            <a:xfrm>
              <a:off x="1231521" y="3947489"/>
              <a:ext cx="24524" cy="23576"/>
            </a:xfrm>
            <a:custGeom>
              <a:avLst/>
              <a:gdLst/>
              <a:ahLst/>
              <a:cxnLst/>
              <a:rect l="l" t="t" r="r" b="b"/>
              <a:pathLst>
                <a:path w="5561" h="5349" extrusionOk="0">
                  <a:moveTo>
                    <a:pt x="2886" y="1"/>
                  </a:moveTo>
                  <a:cubicBezTo>
                    <a:pt x="1803" y="1"/>
                    <a:pt x="829" y="650"/>
                    <a:pt x="413" y="1649"/>
                  </a:cubicBezTo>
                  <a:cubicBezTo>
                    <a:pt x="1" y="2649"/>
                    <a:pt x="227" y="3798"/>
                    <a:pt x="993" y="4564"/>
                  </a:cubicBezTo>
                  <a:cubicBezTo>
                    <a:pt x="1505" y="5076"/>
                    <a:pt x="2189" y="5349"/>
                    <a:pt x="2884" y="5349"/>
                  </a:cubicBezTo>
                  <a:cubicBezTo>
                    <a:pt x="3229" y="5349"/>
                    <a:pt x="3576" y="5282"/>
                    <a:pt x="3908" y="5144"/>
                  </a:cubicBezTo>
                  <a:cubicBezTo>
                    <a:pt x="4907" y="4732"/>
                    <a:pt x="5560" y="3758"/>
                    <a:pt x="5560" y="2674"/>
                  </a:cubicBezTo>
                  <a:cubicBezTo>
                    <a:pt x="5560" y="1197"/>
                    <a:pt x="4364" y="1"/>
                    <a:pt x="288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259;p58">
              <a:extLst>
                <a:ext uri="{FF2B5EF4-FFF2-40B4-BE49-F238E27FC236}">
                  <a16:creationId xmlns:a16="http://schemas.microsoft.com/office/drawing/2014/main" id="{909DE414-FD7B-E437-6DCD-07A0A33B485C}"/>
                </a:ext>
              </a:extLst>
            </p:cNvPr>
            <p:cNvSpPr/>
            <p:nvPr/>
          </p:nvSpPr>
          <p:spPr>
            <a:xfrm>
              <a:off x="834100" y="404674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3758"/>
                    <a:pt x="653" y="4732"/>
                    <a:pt x="1653" y="5147"/>
                  </a:cubicBezTo>
                  <a:cubicBezTo>
                    <a:pt x="1983" y="5284"/>
                    <a:pt x="2329" y="5350"/>
                    <a:pt x="2673" y="5350"/>
                  </a:cubicBezTo>
                  <a:cubicBezTo>
                    <a:pt x="3369" y="5350"/>
                    <a:pt x="4054" y="5078"/>
                    <a:pt x="4567" y="4567"/>
                  </a:cubicBezTo>
                  <a:cubicBezTo>
                    <a:pt x="5330" y="3801"/>
                    <a:pt x="5559" y="2649"/>
                    <a:pt x="5147" y="1653"/>
                  </a:cubicBezTo>
                  <a:cubicBezTo>
                    <a:pt x="4731" y="653"/>
                    <a:pt x="3757" y="0"/>
                    <a:pt x="26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260;p58">
              <a:extLst>
                <a:ext uri="{FF2B5EF4-FFF2-40B4-BE49-F238E27FC236}">
                  <a16:creationId xmlns:a16="http://schemas.microsoft.com/office/drawing/2014/main" id="{E1545320-3805-F09F-1C86-589153D52E13}"/>
                </a:ext>
              </a:extLst>
            </p:cNvPr>
            <p:cNvSpPr/>
            <p:nvPr/>
          </p:nvSpPr>
          <p:spPr>
            <a:xfrm>
              <a:off x="834100" y="384965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674" y="1"/>
                  </a:moveTo>
                  <a:cubicBezTo>
                    <a:pt x="1197" y="1"/>
                    <a:pt x="0" y="1197"/>
                    <a:pt x="0" y="2675"/>
                  </a:cubicBezTo>
                  <a:cubicBezTo>
                    <a:pt x="0" y="3758"/>
                    <a:pt x="653" y="4732"/>
                    <a:pt x="1653" y="5144"/>
                  </a:cubicBezTo>
                  <a:cubicBezTo>
                    <a:pt x="1984" y="5282"/>
                    <a:pt x="2331" y="5349"/>
                    <a:pt x="2676" y="5349"/>
                  </a:cubicBezTo>
                  <a:cubicBezTo>
                    <a:pt x="3371" y="5349"/>
                    <a:pt x="4055" y="5077"/>
                    <a:pt x="4567" y="4564"/>
                  </a:cubicBezTo>
                  <a:cubicBezTo>
                    <a:pt x="5330" y="3802"/>
                    <a:pt x="5559" y="2649"/>
                    <a:pt x="5147" y="1650"/>
                  </a:cubicBezTo>
                  <a:cubicBezTo>
                    <a:pt x="4731" y="650"/>
                    <a:pt x="3757" y="1"/>
                    <a:pt x="267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261;p58">
              <a:extLst>
                <a:ext uri="{FF2B5EF4-FFF2-40B4-BE49-F238E27FC236}">
                  <a16:creationId xmlns:a16="http://schemas.microsoft.com/office/drawing/2014/main" id="{23E0CAE7-E34B-673E-834B-401AB37DD226}"/>
                </a:ext>
              </a:extLst>
            </p:cNvPr>
            <p:cNvSpPr/>
            <p:nvPr/>
          </p:nvSpPr>
          <p:spPr>
            <a:xfrm>
              <a:off x="1668053" y="3947489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2" y="1"/>
                  </a:moveTo>
                  <a:cubicBezTo>
                    <a:pt x="1802" y="1"/>
                    <a:pt x="828" y="650"/>
                    <a:pt x="412" y="1649"/>
                  </a:cubicBezTo>
                  <a:cubicBezTo>
                    <a:pt x="0" y="2649"/>
                    <a:pt x="226" y="3798"/>
                    <a:pt x="993" y="4564"/>
                  </a:cubicBezTo>
                  <a:cubicBezTo>
                    <a:pt x="1502" y="5076"/>
                    <a:pt x="2187" y="5349"/>
                    <a:pt x="2883" y="5349"/>
                  </a:cubicBezTo>
                  <a:cubicBezTo>
                    <a:pt x="3228" y="5349"/>
                    <a:pt x="3576" y="5282"/>
                    <a:pt x="3907" y="5144"/>
                  </a:cubicBezTo>
                  <a:cubicBezTo>
                    <a:pt x="4907" y="4732"/>
                    <a:pt x="5556" y="3758"/>
                    <a:pt x="5560" y="2674"/>
                  </a:cubicBezTo>
                  <a:cubicBezTo>
                    <a:pt x="5560" y="1197"/>
                    <a:pt x="4360" y="1"/>
                    <a:pt x="2882" y="1"/>
                  </a:cubicBezTo>
                  <a:close/>
                </a:path>
              </a:pathLst>
            </a:custGeom>
            <a:grpFill/>
            <a:ln w="381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262;p58">
              <a:extLst>
                <a:ext uri="{FF2B5EF4-FFF2-40B4-BE49-F238E27FC236}">
                  <a16:creationId xmlns:a16="http://schemas.microsoft.com/office/drawing/2014/main" id="{08E576A0-26A4-6EC7-F316-BD33AF23976D}"/>
                </a:ext>
              </a:extLst>
            </p:cNvPr>
            <p:cNvSpPr/>
            <p:nvPr/>
          </p:nvSpPr>
          <p:spPr>
            <a:xfrm>
              <a:off x="889649" y="3678195"/>
              <a:ext cx="23589" cy="23576"/>
            </a:xfrm>
            <a:custGeom>
              <a:avLst/>
              <a:gdLst/>
              <a:ahLst/>
              <a:cxnLst/>
              <a:rect l="l" t="t" r="r" b="b"/>
              <a:pathLst>
                <a:path w="5349" h="5349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4152"/>
                    <a:pt x="1197" y="5348"/>
                    <a:pt x="2674" y="5348"/>
                  </a:cubicBezTo>
                  <a:cubicBezTo>
                    <a:pt x="4152" y="5348"/>
                    <a:pt x="5348" y="4152"/>
                    <a:pt x="5348" y="2674"/>
                  </a:cubicBezTo>
                  <a:cubicBezTo>
                    <a:pt x="5348" y="1197"/>
                    <a:pt x="4152" y="0"/>
                    <a:pt x="26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263;p58">
              <a:extLst>
                <a:ext uri="{FF2B5EF4-FFF2-40B4-BE49-F238E27FC236}">
                  <a16:creationId xmlns:a16="http://schemas.microsoft.com/office/drawing/2014/main" id="{0B265378-7AE1-7602-BD76-20F172187C84}"/>
                </a:ext>
              </a:extLst>
            </p:cNvPr>
            <p:cNvSpPr/>
            <p:nvPr/>
          </p:nvSpPr>
          <p:spPr>
            <a:xfrm>
              <a:off x="1357708" y="3848642"/>
              <a:ext cx="24542" cy="23585"/>
            </a:xfrm>
            <a:custGeom>
              <a:avLst/>
              <a:gdLst/>
              <a:ahLst/>
              <a:cxnLst/>
              <a:rect l="l" t="t" r="r" b="b"/>
              <a:pathLst>
                <a:path w="5565" h="5351" extrusionOk="0">
                  <a:moveTo>
                    <a:pt x="2890" y="0"/>
                  </a:moveTo>
                  <a:cubicBezTo>
                    <a:pt x="1807" y="0"/>
                    <a:pt x="833" y="653"/>
                    <a:pt x="417" y="1653"/>
                  </a:cubicBezTo>
                  <a:cubicBezTo>
                    <a:pt x="1" y="2652"/>
                    <a:pt x="231" y="3801"/>
                    <a:pt x="997" y="4567"/>
                  </a:cubicBezTo>
                  <a:cubicBezTo>
                    <a:pt x="1509" y="5080"/>
                    <a:pt x="2193" y="5350"/>
                    <a:pt x="2888" y="5350"/>
                  </a:cubicBezTo>
                  <a:cubicBezTo>
                    <a:pt x="3233" y="5350"/>
                    <a:pt x="3580" y="5284"/>
                    <a:pt x="3912" y="5147"/>
                  </a:cubicBezTo>
                  <a:cubicBezTo>
                    <a:pt x="4911" y="4731"/>
                    <a:pt x="5564" y="3757"/>
                    <a:pt x="5564" y="2678"/>
                  </a:cubicBezTo>
                  <a:cubicBezTo>
                    <a:pt x="5564" y="1200"/>
                    <a:pt x="4364" y="0"/>
                    <a:pt x="289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264;p58">
              <a:extLst>
                <a:ext uri="{FF2B5EF4-FFF2-40B4-BE49-F238E27FC236}">
                  <a16:creationId xmlns:a16="http://schemas.microsoft.com/office/drawing/2014/main" id="{D4641F6C-1C14-160F-3477-3B51DD125156}"/>
                </a:ext>
              </a:extLst>
            </p:cNvPr>
            <p:cNvSpPr/>
            <p:nvPr/>
          </p:nvSpPr>
          <p:spPr>
            <a:xfrm>
              <a:off x="1357708" y="4049730"/>
              <a:ext cx="24542" cy="23585"/>
            </a:xfrm>
            <a:custGeom>
              <a:avLst/>
              <a:gdLst/>
              <a:ahLst/>
              <a:cxnLst/>
              <a:rect l="l" t="t" r="r" b="b"/>
              <a:pathLst>
                <a:path w="5565" h="5351" extrusionOk="0">
                  <a:moveTo>
                    <a:pt x="2890" y="1"/>
                  </a:moveTo>
                  <a:cubicBezTo>
                    <a:pt x="1807" y="1"/>
                    <a:pt x="833" y="654"/>
                    <a:pt x="417" y="1653"/>
                  </a:cubicBezTo>
                  <a:cubicBezTo>
                    <a:pt x="1" y="2653"/>
                    <a:pt x="231" y="3802"/>
                    <a:pt x="997" y="4568"/>
                  </a:cubicBezTo>
                  <a:cubicBezTo>
                    <a:pt x="1510" y="5078"/>
                    <a:pt x="2195" y="5350"/>
                    <a:pt x="2891" y="5350"/>
                  </a:cubicBezTo>
                  <a:cubicBezTo>
                    <a:pt x="3235" y="5350"/>
                    <a:pt x="3581" y="5284"/>
                    <a:pt x="3912" y="5148"/>
                  </a:cubicBezTo>
                  <a:cubicBezTo>
                    <a:pt x="4911" y="4732"/>
                    <a:pt x="5564" y="3758"/>
                    <a:pt x="5564" y="2675"/>
                  </a:cubicBezTo>
                  <a:cubicBezTo>
                    <a:pt x="5564" y="1197"/>
                    <a:pt x="4364" y="1"/>
                    <a:pt x="289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265;p58">
              <a:extLst>
                <a:ext uri="{FF2B5EF4-FFF2-40B4-BE49-F238E27FC236}">
                  <a16:creationId xmlns:a16="http://schemas.microsoft.com/office/drawing/2014/main" id="{34239832-12B4-F613-B19B-697E9365E04C}"/>
                </a:ext>
              </a:extLst>
            </p:cNvPr>
            <p:cNvSpPr/>
            <p:nvPr/>
          </p:nvSpPr>
          <p:spPr>
            <a:xfrm>
              <a:off x="889649" y="4212384"/>
              <a:ext cx="24520" cy="23585"/>
            </a:xfrm>
            <a:custGeom>
              <a:avLst/>
              <a:gdLst/>
              <a:ahLst/>
              <a:cxnLst/>
              <a:rect l="l" t="t" r="r" b="b"/>
              <a:pathLst>
                <a:path w="5560" h="5351" extrusionOk="0">
                  <a:moveTo>
                    <a:pt x="2674" y="0"/>
                  </a:moveTo>
                  <a:cubicBezTo>
                    <a:pt x="2328" y="0"/>
                    <a:pt x="1980" y="67"/>
                    <a:pt x="1649" y="203"/>
                  </a:cubicBezTo>
                  <a:cubicBezTo>
                    <a:pt x="650" y="619"/>
                    <a:pt x="0" y="1593"/>
                    <a:pt x="0" y="2677"/>
                  </a:cubicBezTo>
                  <a:cubicBezTo>
                    <a:pt x="0" y="4150"/>
                    <a:pt x="1197" y="5351"/>
                    <a:pt x="2674" y="5351"/>
                  </a:cubicBezTo>
                  <a:cubicBezTo>
                    <a:pt x="3754" y="5351"/>
                    <a:pt x="4732" y="4698"/>
                    <a:pt x="5144" y="3698"/>
                  </a:cubicBezTo>
                  <a:cubicBezTo>
                    <a:pt x="5560" y="2699"/>
                    <a:pt x="5330" y="1550"/>
                    <a:pt x="4568" y="783"/>
                  </a:cubicBezTo>
                  <a:cubicBezTo>
                    <a:pt x="4055" y="271"/>
                    <a:pt x="3370" y="0"/>
                    <a:pt x="26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266;p58">
              <a:extLst>
                <a:ext uri="{FF2B5EF4-FFF2-40B4-BE49-F238E27FC236}">
                  <a16:creationId xmlns:a16="http://schemas.microsoft.com/office/drawing/2014/main" id="{4FD4E791-1B71-59DD-F800-B2F6CFBD2525}"/>
                </a:ext>
              </a:extLst>
            </p:cNvPr>
            <p:cNvSpPr/>
            <p:nvPr/>
          </p:nvSpPr>
          <p:spPr>
            <a:xfrm>
              <a:off x="2008060" y="3678195"/>
              <a:ext cx="24537" cy="23576"/>
            </a:xfrm>
            <a:custGeom>
              <a:avLst/>
              <a:gdLst/>
              <a:ahLst/>
              <a:cxnLst/>
              <a:rect l="l" t="t" r="r" b="b"/>
              <a:pathLst>
                <a:path w="5564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1" y="4732"/>
                    <a:pt x="5560" y="3758"/>
                    <a:pt x="5563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267;p58">
              <a:extLst>
                <a:ext uri="{FF2B5EF4-FFF2-40B4-BE49-F238E27FC236}">
                  <a16:creationId xmlns:a16="http://schemas.microsoft.com/office/drawing/2014/main" id="{97ACB339-1982-805C-9CB9-3DB7DC0F1421}"/>
                </a:ext>
              </a:extLst>
            </p:cNvPr>
            <p:cNvSpPr/>
            <p:nvPr/>
          </p:nvSpPr>
          <p:spPr>
            <a:xfrm>
              <a:off x="1548251" y="384864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6" y="4567"/>
                  </a:cubicBezTo>
                  <a:cubicBezTo>
                    <a:pt x="1507" y="5078"/>
                    <a:pt x="2192" y="5350"/>
                    <a:pt x="2890" y="5350"/>
                  </a:cubicBezTo>
                  <a:cubicBezTo>
                    <a:pt x="3234" y="5350"/>
                    <a:pt x="3581" y="5283"/>
                    <a:pt x="3911" y="5147"/>
                  </a:cubicBezTo>
                  <a:cubicBezTo>
                    <a:pt x="4910" y="4731"/>
                    <a:pt x="5560" y="3757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268;p58">
              <a:extLst>
                <a:ext uri="{FF2B5EF4-FFF2-40B4-BE49-F238E27FC236}">
                  <a16:creationId xmlns:a16="http://schemas.microsoft.com/office/drawing/2014/main" id="{CBC1EBDE-52E5-C991-7D37-163EDD80B851}"/>
                </a:ext>
              </a:extLst>
            </p:cNvPr>
            <p:cNvSpPr/>
            <p:nvPr/>
          </p:nvSpPr>
          <p:spPr>
            <a:xfrm>
              <a:off x="2069063" y="3847033"/>
              <a:ext cx="24520" cy="23585"/>
            </a:xfrm>
            <a:custGeom>
              <a:avLst/>
              <a:gdLst/>
              <a:ahLst/>
              <a:cxnLst/>
              <a:rect l="l" t="t" r="r" b="b"/>
              <a:pathLst>
                <a:path w="5560" h="5351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3" y="4567"/>
                  </a:cubicBezTo>
                  <a:cubicBezTo>
                    <a:pt x="1505" y="5080"/>
                    <a:pt x="2190" y="5351"/>
                    <a:pt x="2887" y="5351"/>
                  </a:cubicBezTo>
                  <a:cubicBezTo>
                    <a:pt x="3232" y="5351"/>
                    <a:pt x="3580" y="5284"/>
                    <a:pt x="3911" y="5148"/>
                  </a:cubicBezTo>
                  <a:cubicBezTo>
                    <a:pt x="4910" y="4732"/>
                    <a:pt x="5560" y="3758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269;p58">
              <a:extLst>
                <a:ext uri="{FF2B5EF4-FFF2-40B4-BE49-F238E27FC236}">
                  <a16:creationId xmlns:a16="http://schemas.microsoft.com/office/drawing/2014/main" id="{24851E2C-F75A-74C5-48E0-8DF5DE3A9F4F}"/>
                </a:ext>
              </a:extLst>
            </p:cNvPr>
            <p:cNvSpPr/>
            <p:nvPr/>
          </p:nvSpPr>
          <p:spPr>
            <a:xfrm>
              <a:off x="2069063" y="4046870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3" y="4564"/>
                  </a:cubicBezTo>
                  <a:cubicBezTo>
                    <a:pt x="1505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1548;p45">
            <a:extLst>
              <a:ext uri="{FF2B5EF4-FFF2-40B4-BE49-F238E27FC236}">
                <a16:creationId xmlns:a16="http://schemas.microsoft.com/office/drawing/2014/main" id="{02B2C487-A759-F6E5-389A-302E2174B533}"/>
              </a:ext>
            </a:extLst>
          </p:cNvPr>
          <p:cNvGrpSpPr/>
          <p:nvPr/>
        </p:nvGrpSpPr>
        <p:grpSpPr>
          <a:xfrm>
            <a:off x="3851913" y="1831027"/>
            <a:ext cx="1140500" cy="629972"/>
            <a:chOff x="233350" y="949250"/>
            <a:chExt cx="7137300" cy="3802300"/>
          </a:xfrm>
        </p:grpSpPr>
        <p:sp>
          <p:nvSpPr>
            <p:cNvPr id="1024" name="Google Shape;1549;p45">
              <a:extLst>
                <a:ext uri="{FF2B5EF4-FFF2-40B4-BE49-F238E27FC236}">
                  <a16:creationId xmlns:a16="http://schemas.microsoft.com/office/drawing/2014/main" id="{CE326748-13F9-78A8-E147-9F5DEA8E163F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550;p45">
              <a:extLst>
                <a:ext uri="{FF2B5EF4-FFF2-40B4-BE49-F238E27FC236}">
                  <a16:creationId xmlns:a16="http://schemas.microsoft.com/office/drawing/2014/main" id="{99AA7F07-2791-27B7-3DC3-E683A1B6CF6B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551;p45">
              <a:extLst>
                <a:ext uri="{FF2B5EF4-FFF2-40B4-BE49-F238E27FC236}">
                  <a16:creationId xmlns:a16="http://schemas.microsoft.com/office/drawing/2014/main" id="{8A1BF743-F1B2-1B7E-DB5E-C0333FAFEF90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552;p45">
              <a:extLst>
                <a:ext uri="{FF2B5EF4-FFF2-40B4-BE49-F238E27FC236}">
                  <a16:creationId xmlns:a16="http://schemas.microsoft.com/office/drawing/2014/main" id="{4973485B-69B8-BD90-228B-9D6672E2BE71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553;p45">
              <a:extLst>
                <a:ext uri="{FF2B5EF4-FFF2-40B4-BE49-F238E27FC236}">
                  <a16:creationId xmlns:a16="http://schemas.microsoft.com/office/drawing/2014/main" id="{0378D819-E6E0-F699-E268-EF09EC26B7A7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554;p45">
              <a:extLst>
                <a:ext uri="{FF2B5EF4-FFF2-40B4-BE49-F238E27FC236}">
                  <a16:creationId xmlns:a16="http://schemas.microsoft.com/office/drawing/2014/main" id="{44C56F81-2262-2C9D-CF6E-EEB13824CE3C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555;p45">
              <a:extLst>
                <a:ext uri="{FF2B5EF4-FFF2-40B4-BE49-F238E27FC236}">
                  <a16:creationId xmlns:a16="http://schemas.microsoft.com/office/drawing/2014/main" id="{A6194540-2591-5686-90BE-49E2DEA65DDC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556;p45">
              <a:extLst>
                <a:ext uri="{FF2B5EF4-FFF2-40B4-BE49-F238E27FC236}">
                  <a16:creationId xmlns:a16="http://schemas.microsoft.com/office/drawing/2014/main" id="{849152FA-8D93-C352-3BFB-26D6DE680B43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557;p45">
              <a:extLst>
                <a:ext uri="{FF2B5EF4-FFF2-40B4-BE49-F238E27FC236}">
                  <a16:creationId xmlns:a16="http://schemas.microsoft.com/office/drawing/2014/main" id="{399C94A9-43FA-8DB3-6266-07F2811E8137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558;p45">
              <a:extLst>
                <a:ext uri="{FF2B5EF4-FFF2-40B4-BE49-F238E27FC236}">
                  <a16:creationId xmlns:a16="http://schemas.microsoft.com/office/drawing/2014/main" id="{800BEF43-9A41-4A75-9AA2-8CB835C88F9A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559;p45">
              <a:extLst>
                <a:ext uri="{FF2B5EF4-FFF2-40B4-BE49-F238E27FC236}">
                  <a16:creationId xmlns:a16="http://schemas.microsoft.com/office/drawing/2014/main" id="{23AF31D4-5E54-A5BE-2F49-8C760AC9C812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560;p45">
              <a:extLst>
                <a:ext uri="{FF2B5EF4-FFF2-40B4-BE49-F238E27FC236}">
                  <a16:creationId xmlns:a16="http://schemas.microsoft.com/office/drawing/2014/main" id="{1ADBCA55-20E5-C477-2F55-4D45FFF132F1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561;p45">
              <a:extLst>
                <a:ext uri="{FF2B5EF4-FFF2-40B4-BE49-F238E27FC236}">
                  <a16:creationId xmlns:a16="http://schemas.microsoft.com/office/drawing/2014/main" id="{4F7422B4-7CFB-FE40-1DC8-8CFB0401A953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562;p45">
              <a:extLst>
                <a:ext uri="{FF2B5EF4-FFF2-40B4-BE49-F238E27FC236}">
                  <a16:creationId xmlns:a16="http://schemas.microsoft.com/office/drawing/2014/main" id="{5317CF33-6B17-F2B3-94F0-A51BD16DE4ED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563;p45">
              <a:extLst>
                <a:ext uri="{FF2B5EF4-FFF2-40B4-BE49-F238E27FC236}">
                  <a16:creationId xmlns:a16="http://schemas.microsoft.com/office/drawing/2014/main" id="{7CAC6E9D-8A5C-9A78-A4D8-BFE35618CE33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564;p45">
              <a:extLst>
                <a:ext uri="{FF2B5EF4-FFF2-40B4-BE49-F238E27FC236}">
                  <a16:creationId xmlns:a16="http://schemas.microsoft.com/office/drawing/2014/main" id="{57D89CD6-A66C-7C92-2CA5-42484F7B1963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565;p45">
              <a:extLst>
                <a:ext uri="{FF2B5EF4-FFF2-40B4-BE49-F238E27FC236}">
                  <a16:creationId xmlns:a16="http://schemas.microsoft.com/office/drawing/2014/main" id="{47831D3B-9B3D-2FD1-4BD6-B0E7B6869D29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566;p45">
              <a:extLst>
                <a:ext uri="{FF2B5EF4-FFF2-40B4-BE49-F238E27FC236}">
                  <a16:creationId xmlns:a16="http://schemas.microsoft.com/office/drawing/2014/main" id="{3E9AEA0D-390F-C9F6-223B-9BE6D890D10A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567;p45">
              <a:extLst>
                <a:ext uri="{FF2B5EF4-FFF2-40B4-BE49-F238E27FC236}">
                  <a16:creationId xmlns:a16="http://schemas.microsoft.com/office/drawing/2014/main" id="{E44E8C85-5830-E649-37C6-33A691E19EE1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568;p45">
              <a:extLst>
                <a:ext uri="{FF2B5EF4-FFF2-40B4-BE49-F238E27FC236}">
                  <a16:creationId xmlns:a16="http://schemas.microsoft.com/office/drawing/2014/main" id="{BEAD0E55-D80E-86CC-EB1E-9A12BB911FDD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569;p45">
              <a:extLst>
                <a:ext uri="{FF2B5EF4-FFF2-40B4-BE49-F238E27FC236}">
                  <a16:creationId xmlns:a16="http://schemas.microsoft.com/office/drawing/2014/main" id="{0FF28FB1-2B5C-716A-8421-4BD8C0F10364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570;p45">
              <a:extLst>
                <a:ext uri="{FF2B5EF4-FFF2-40B4-BE49-F238E27FC236}">
                  <a16:creationId xmlns:a16="http://schemas.microsoft.com/office/drawing/2014/main" id="{00CE635F-2018-8F62-7F3A-2978022B85B6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571;p45">
              <a:extLst>
                <a:ext uri="{FF2B5EF4-FFF2-40B4-BE49-F238E27FC236}">
                  <a16:creationId xmlns:a16="http://schemas.microsoft.com/office/drawing/2014/main" id="{9FC4DC1B-98E8-E18A-DC37-3637574518B0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572;p45">
              <a:extLst>
                <a:ext uri="{FF2B5EF4-FFF2-40B4-BE49-F238E27FC236}">
                  <a16:creationId xmlns:a16="http://schemas.microsoft.com/office/drawing/2014/main" id="{B3867366-F68D-646B-4005-D287DA17BE63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573;p45">
              <a:extLst>
                <a:ext uri="{FF2B5EF4-FFF2-40B4-BE49-F238E27FC236}">
                  <a16:creationId xmlns:a16="http://schemas.microsoft.com/office/drawing/2014/main" id="{2EAFAA44-C212-F7A2-66CD-0C7D36DC6127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574;p45">
              <a:extLst>
                <a:ext uri="{FF2B5EF4-FFF2-40B4-BE49-F238E27FC236}">
                  <a16:creationId xmlns:a16="http://schemas.microsoft.com/office/drawing/2014/main" id="{A80DEDE8-EDFB-1A8B-3C90-BCF10D4601B4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575;p45">
              <a:extLst>
                <a:ext uri="{FF2B5EF4-FFF2-40B4-BE49-F238E27FC236}">
                  <a16:creationId xmlns:a16="http://schemas.microsoft.com/office/drawing/2014/main" id="{103F3BC7-08F6-9EE3-B3B6-B1C470D5427E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576;p45">
              <a:extLst>
                <a:ext uri="{FF2B5EF4-FFF2-40B4-BE49-F238E27FC236}">
                  <a16:creationId xmlns:a16="http://schemas.microsoft.com/office/drawing/2014/main" id="{35B39A02-F847-22D3-AFBE-2B50BB1542A0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577;p45">
              <a:extLst>
                <a:ext uri="{FF2B5EF4-FFF2-40B4-BE49-F238E27FC236}">
                  <a16:creationId xmlns:a16="http://schemas.microsoft.com/office/drawing/2014/main" id="{054B95B7-5420-5AB5-1A89-6178C7A14FDE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578;p45">
              <a:extLst>
                <a:ext uri="{FF2B5EF4-FFF2-40B4-BE49-F238E27FC236}">
                  <a16:creationId xmlns:a16="http://schemas.microsoft.com/office/drawing/2014/main" id="{B070A907-F1B4-F591-1E57-083985274C19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579;p45">
              <a:extLst>
                <a:ext uri="{FF2B5EF4-FFF2-40B4-BE49-F238E27FC236}">
                  <a16:creationId xmlns:a16="http://schemas.microsoft.com/office/drawing/2014/main" id="{05177804-4520-2832-C2A7-D9846DB1FA09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580;p45">
              <a:extLst>
                <a:ext uri="{FF2B5EF4-FFF2-40B4-BE49-F238E27FC236}">
                  <a16:creationId xmlns:a16="http://schemas.microsoft.com/office/drawing/2014/main" id="{9A40B67F-6094-1061-5C06-52EBF6C7DE93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581;p45">
              <a:extLst>
                <a:ext uri="{FF2B5EF4-FFF2-40B4-BE49-F238E27FC236}">
                  <a16:creationId xmlns:a16="http://schemas.microsoft.com/office/drawing/2014/main" id="{B733A352-D0B5-5689-785F-FF1CA7C4258D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582;p45">
              <a:extLst>
                <a:ext uri="{FF2B5EF4-FFF2-40B4-BE49-F238E27FC236}">
                  <a16:creationId xmlns:a16="http://schemas.microsoft.com/office/drawing/2014/main" id="{4810671C-9A71-17F3-CF33-2BDEDDA7F2A6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583;p45">
              <a:extLst>
                <a:ext uri="{FF2B5EF4-FFF2-40B4-BE49-F238E27FC236}">
                  <a16:creationId xmlns:a16="http://schemas.microsoft.com/office/drawing/2014/main" id="{4D6AC7B8-2D59-7CAD-04CE-2C6E3613DF8F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584;p45">
              <a:extLst>
                <a:ext uri="{FF2B5EF4-FFF2-40B4-BE49-F238E27FC236}">
                  <a16:creationId xmlns:a16="http://schemas.microsoft.com/office/drawing/2014/main" id="{86CBA5C8-F774-56BF-4B91-F4A51A0A9364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585;p45">
              <a:extLst>
                <a:ext uri="{FF2B5EF4-FFF2-40B4-BE49-F238E27FC236}">
                  <a16:creationId xmlns:a16="http://schemas.microsoft.com/office/drawing/2014/main" id="{20395A28-CB30-2883-2004-938F865EBB4F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586;p45">
              <a:extLst>
                <a:ext uri="{FF2B5EF4-FFF2-40B4-BE49-F238E27FC236}">
                  <a16:creationId xmlns:a16="http://schemas.microsoft.com/office/drawing/2014/main" id="{7879F08E-7BB2-C830-16D9-C8DCF5C51EC2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587;p45">
              <a:extLst>
                <a:ext uri="{FF2B5EF4-FFF2-40B4-BE49-F238E27FC236}">
                  <a16:creationId xmlns:a16="http://schemas.microsoft.com/office/drawing/2014/main" id="{E2846FE9-B262-EAC5-54CE-C24CA4B24F65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588;p45">
              <a:extLst>
                <a:ext uri="{FF2B5EF4-FFF2-40B4-BE49-F238E27FC236}">
                  <a16:creationId xmlns:a16="http://schemas.microsoft.com/office/drawing/2014/main" id="{6CFA4869-B2B6-A3B9-EAF7-6685876FF10B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589;p45">
              <a:extLst>
                <a:ext uri="{FF2B5EF4-FFF2-40B4-BE49-F238E27FC236}">
                  <a16:creationId xmlns:a16="http://schemas.microsoft.com/office/drawing/2014/main" id="{1A26580C-FAF1-D945-EC60-DEBD08A391F3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590;p45">
              <a:extLst>
                <a:ext uri="{FF2B5EF4-FFF2-40B4-BE49-F238E27FC236}">
                  <a16:creationId xmlns:a16="http://schemas.microsoft.com/office/drawing/2014/main" id="{6A76F672-664A-E9EA-65F7-29F4896846BF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591;p45">
              <a:extLst>
                <a:ext uri="{FF2B5EF4-FFF2-40B4-BE49-F238E27FC236}">
                  <a16:creationId xmlns:a16="http://schemas.microsoft.com/office/drawing/2014/main" id="{CFE44CF4-3615-AAA2-AC52-8FC6F7F9AF8C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592;p45">
              <a:extLst>
                <a:ext uri="{FF2B5EF4-FFF2-40B4-BE49-F238E27FC236}">
                  <a16:creationId xmlns:a16="http://schemas.microsoft.com/office/drawing/2014/main" id="{23E77E1F-9AFD-585C-0DC7-146D42CC4157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593;p45">
              <a:extLst>
                <a:ext uri="{FF2B5EF4-FFF2-40B4-BE49-F238E27FC236}">
                  <a16:creationId xmlns:a16="http://schemas.microsoft.com/office/drawing/2014/main" id="{BE4E09C7-F05A-1780-445D-640505C8935B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594;p45">
              <a:extLst>
                <a:ext uri="{FF2B5EF4-FFF2-40B4-BE49-F238E27FC236}">
                  <a16:creationId xmlns:a16="http://schemas.microsoft.com/office/drawing/2014/main" id="{F7151A87-0405-EA81-9093-E8A7CD121C0D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595;p45">
              <a:extLst>
                <a:ext uri="{FF2B5EF4-FFF2-40B4-BE49-F238E27FC236}">
                  <a16:creationId xmlns:a16="http://schemas.microsoft.com/office/drawing/2014/main" id="{91AE83A6-370C-32FC-B0B3-ED1BF36B4CC2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596;p45">
              <a:extLst>
                <a:ext uri="{FF2B5EF4-FFF2-40B4-BE49-F238E27FC236}">
                  <a16:creationId xmlns:a16="http://schemas.microsoft.com/office/drawing/2014/main" id="{2C2EA8DD-5D13-49E6-00EA-02640B4D8939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597;p45">
              <a:extLst>
                <a:ext uri="{FF2B5EF4-FFF2-40B4-BE49-F238E27FC236}">
                  <a16:creationId xmlns:a16="http://schemas.microsoft.com/office/drawing/2014/main" id="{6831456D-0E55-6B42-9298-846ACCAC1450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598;p45">
              <a:extLst>
                <a:ext uri="{FF2B5EF4-FFF2-40B4-BE49-F238E27FC236}">
                  <a16:creationId xmlns:a16="http://schemas.microsoft.com/office/drawing/2014/main" id="{999CA20C-67EB-89B1-21D9-A8BB116D67A6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599;p45">
              <a:extLst>
                <a:ext uri="{FF2B5EF4-FFF2-40B4-BE49-F238E27FC236}">
                  <a16:creationId xmlns:a16="http://schemas.microsoft.com/office/drawing/2014/main" id="{792981D1-BE4D-759C-DECA-CFA02B3D2DF8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8410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8A6FCE-8AB0-8E87-7956-2F91159D8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2" y="1092278"/>
            <a:ext cx="8834116" cy="2617874"/>
          </a:xfrm>
        </p:spPr>
        <p:txBody>
          <a:bodyPr/>
          <a:lstStyle/>
          <a:p>
            <a:r>
              <a:rPr lang="en-EG" sz="7200" dirty="0"/>
              <a:t>Thank you</a:t>
            </a:r>
            <a:br>
              <a:rPr lang="en-EG" sz="4000" dirty="0"/>
            </a:br>
            <a:r>
              <a:rPr lang="en-EG" sz="4000" b="0" dirty="0"/>
              <a:t>Project By : </a:t>
            </a:r>
            <a:br>
              <a:rPr lang="en-EG" sz="4000" b="0" dirty="0"/>
            </a:br>
            <a:r>
              <a:rPr lang="en-EG" sz="4000" dirty="0">
                <a:solidFill>
                  <a:schemeClr val="tx1">
                    <a:lumMod val="75000"/>
                  </a:schemeClr>
                </a:solidFill>
              </a:rPr>
              <a:t>Yehia hany SHORIM</a:t>
            </a:r>
            <a:br>
              <a:rPr lang="en-EG" sz="4000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EG" sz="4000" dirty="0">
                <a:solidFill>
                  <a:schemeClr val="tx1">
                    <a:lumMod val="75000"/>
                  </a:schemeClr>
                </a:solidFill>
              </a:rPr>
              <a:t>2023/07891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307</Words>
  <Application>Microsoft Macintosh PowerPoint</Application>
  <PresentationFormat>On-screen Show (16:9)</PresentationFormat>
  <Paragraphs>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Montserrat Medium</vt:lpstr>
      <vt:lpstr>Montserrat</vt:lpstr>
      <vt:lpstr>Arial</vt:lpstr>
      <vt:lpstr>IT Department Meeting by Slidesgo</vt:lpstr>
      <vt:lpstr>License Plate Recognition Image processing Final project</vt:lpstr>
      <vt:lpstr>INTRODUCTION </vt:lpstr>
      <vt:lpstr>LPR Project Pipeline</vt:lpstr>
      <vt:lpstr>0) Input (DataSet)</vt:lpstr>
      <vt:lpstr>01) Preprocessing</vt:lpstr>
      <vt:lpstr>01) Preprocessing</vt:lpstr>
      <vt:lpstr>02) Segmentation</vt:lpstr>
      <vt:lpstr>03) Feature Extraction &amp; Matching </vt:lpstr>
      <vt:lpstr>04) Output and visulization</vt:lpstr>
      <vt:lpstr>Future Enhancements</vt:lpstr>
      <vt:lpstr>Thank you Project By :  Yehia hany SHORIM 2023/07891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Yehia</cp:lastModifiedBy>
  <cp:revision>4</cp:revision>
  <dcterms:modified xsi:type="dcterms:W3CDTF">2025-12-18T09:26:22Z</dcterms:modified>
</cp:coreProperties>
</file>